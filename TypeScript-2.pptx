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Lst>
  <p:notesMasterIdLst>
    <p:notesMasterId r:id="rId56"/>
  </p:notesMasterIdLst>
  <p:sldIdLst>
    <p:sldId id="379" r:id="rId5"/>
    <p:sldId id="304" r:id="rId6"/>
    <p:sldId id="305" r:id="rId7"/>
    <p:sldId id="742" r:id="rId8"/>
    <p:sldId id="743" r:id="rId9"/>
    <p:sldId id="744" r:id="rId10"/>
    <p:sldId id="745" r:id="rId11"/>
    <p:sldId id="781" r:id="rId12"/>
    <p:sldId id="746" r:id="rId13"/>
    <p:sldId id="747" r:id="rId14"/>
    <p:sldId id="748" r:id="rId15"/>
    <p:sldId id="751" r:id="rId16"/>
    <p:sldId id="752" r:id="rId17"/>
    <p:sldId id="782" r:id="rId18"/>
    <p:sldId id="753" r:id="rId19"/>
    <p:sldId id="754" r:id="rId20"/>
    <p:sldId id="755" r:id="rId21"/>
    <p:sldId id="756" r:id="rId22"/>
    <p:sldId id="757" r:id="rId23"/>
    <p:sldId id="758" r:id="rId24"/>
    <p:sldId id="759" r:id="rId25"/>
    <p:sldId id="760" r:id="rId26"/>
    <p:sldId id="761" r:id="rId27"/>
    <p:sldId id="762" r:id="rId28"/>
    <p:sldId id="763" r:id="rId29"/>
    <p:sldId id="764" r:id="rId30"/>
    <p:sldId id="765" r:id="rId31"/>
    <p:sldId id="766" r:id="rId32"/>
    <p:sldId id="767" r:id="rId33"/>
    <p:sldId id="768" r:id="rId34"/>
    <p:sldId id="769" r:id="rId35"/>
    <p:sldId id="770" r:id="rId36"/>
    <p:sldId id="771" r:id="rId37"/>
    <p:sldId id="772" r:id="rId38"/>
    <p:sldId id="773" r:id="rId39"/>
    <p:sldId id="774" r:id="rId40"/>
    <p:sldId id="749" r:id="rId41"/>
    <p:sldId id="750" r:id="rId42"/>
    <p:sldId id="775" r:id="rId43"/>
    <p:sldId id="776" r:id="rId44"/>
    <p:sldId id="777" r:id="rId45"/>
    <p:sldId id="778" r:id="rId46"/>
    <p:sldId id="779" r:id="rId47"/>
    <p:sldId id="780" r:id="rId48"/>
    <p:sldId id="783" r:id="rId49"/>
    <p:sldId id="785" r:id="rId50"/>
    <p:sldId id="786" r:id="rId51"/>
    <p:sldId id="787" r:id="rId52"/>
    <p:sldId id="784" r:id="rId53"/>
    <p:sldId id="788" r:id="rId54"/>
    <p:sldId id="341" r:id="rId55"/>
  </p:sldIdLst>
  <p:sldSz cx="12192000" cy="6858000"/>
  <p:notesSz cx="6858000" cy="9144000"/>
  <p:custDataLst>
    <p:tags r:id="rId5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Template" id="{F95B354D-98B6-4567-B21B-97DFBEE36FD2}">
          <p14:sldIdLst>
            <p14:sldId id="379"/>
            <p14:sldId id="304"/>
            <p14:sldId id="305"/>
            <p14:sldId id="742"/>
            <p14:sldId id="743"/>
            <p14:sldId id="744"/>
            <p14:sldId id="745"/>
            <p14:sldId id="781"/>
            <p14:sldId id="746"/>
            <p14:sldId id="747"/>
            <p14:sldId id="748"/>
            <p14:sldId id="751"/>
            <p14:sldId id="752"/>
            <p14:sldId id="782"/>
            <p14:sldId id="753"/>
            <p14:sldId id="754"/>
            <p14:sldId id="755"/>
            <p14:sldId id="756"/>
            <p14:sldId id="757"/>
            <p14:sldId id="758"/>
            <p14:sldId id="759"/>
            <p14:sldId id="760"/>
            <p14:sldId id="761"/>
            <p14:sldId id="762"/>
            <p14:sldId id="763"/>
            <p14:sldId id="764"/>
            <p14:sldId id="765"/>
            <p14:sldId id="766"/>
            <p14:sldId id="767"/>
            <p14:sldId id="768"/>
            <p14:sldId id="769"/>
            <p14:sldId id="770"/>
            <p14:sldId id="771"/>
            <p14:sldId id="772"/>
            <p14:sldId id="773"/>
            <p14:sldId id="774"/>
            <p14:sldId id="749"/>
            <p14:sldId id="750"/>
            <p14:sldId id="775"/>
            <p14:sldId id="776"/>
            <p14:sldId id="777"/>
            <p14:sldId id="778"/>
            <p14:sldId id="779"/>
            <p14:sldId id="780"/>
            <p14:sldId id="783"/>
            <p14:sldId id="785"/>
            <p14:sldId id="786"/>
            <p14:sldId id="787"/>
            <p14:sldId id="784"/>
            <p14:sldId id="788"/>
            <p14:sldId id="341"/>
          </p14:sldIdLst>
        </p14:section>
      </p14:sectionLst>
    </p:ext>
    <p:ext uri="{EFAFB233-063F-42B5-8137-9DF3F51BA10A}">
      <p15:sldGuideLst xmlns:p15="http://schemas.microsoft.com/office/powerpoint/2012/main" xmlns="">
        <p15:guide id="1" orient="horz" pos="3288" userDrawn="1">
          <p15:clr>
            <a:srgbClr val="A4A3A4"/>
          </p15:clr>
        </p15:guide>
        <p15:guide id="2" pos="192" userDrawn="1">
          <p15:clr>
            <a:srgbClr val="A4A3A4"/>
          </p15:clr>
        </p15:guide>
        <p15:guide id="3" pos="7416" userDrawn="1">
          <p15:clr>
            <a:srgbClr val="A4A3A4"/>
          </p15:clr>
        </p15:guide>
        <p15:guide id="4" orient="horz" pos="9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070C0"/>
    <a:srgbClr val="BDE3FF"/>
    <a:srgbClr val="0099CC"/>
    <a:srgbClr val="EAEFF7"/>
    <a:srgbClr val="000000"/>
    <a:srgbClr val="003366"/>
    <a:srgbClr val="5F5F5F"/>
    <a:srgbClr val="C7C7C7"/>
    <a:srgbClr val="8FA2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32" autoAdjust="0"/>
    <p:restoredTop sz="93543" autoAdjust="0"/>
  </p:normalViewPr>
  <p:slideViewPr>
    <p:cSldViewPr snapToGrid="0">
      <p:cViewPr>
        <p:scale>
          <a:sx n="62" d="100"/>
          <a:sy n="62" d="100"/>
        </p:scale>
        <p:origin x="-1338" y="-336"/>
      </p:cViewPr>
      <p:guideLst>
        <p:guide orient="horz" pos="3288"/>
        <p:guide orient="horz" pos="984"/>
        <p:guide pos="192"/>
        <p:guide pos="741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gs" Target="tags/tag1.xml"/><Relationship Id="rId61"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EC6BA1-DC03-4CEA-9050-1B4C09061324}" type="datetimeFigureOut">
              <a:rPr lang="en-IN" smtClean="0"/>
              <a:pPr/>
              <a:t>10-01-2026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19FFEA-3951-4BA9-8398-FEC7047E1482}" type="slidenum">
              <a:rPr lang="en-IN" smtClean="0"/>
              <a:pPr/>
              <a:t>‹#›</a:t>
            </a:fld>
            <a:endParaRPr lang="en-IN"/>
          </a:p>
        </p:txBody>
      </p:sp>
    </p:spTree>
    <p:extLst>
      <p:ext uri="{BB962C8B-B14F-4D97-AF65-F5344CB8AC3E}">
        <p14:creationId xmlns:p14="http://schemas.microsoft.com/office/powerpoint/2010/main" val="4123224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https://www.javabrahman.com/java-8/java-8-java-util-stream-collector-basics-tutorial-with-examples/</a:t>
            </a:r>
          </a:p>
          <a:p>
            <a:r>
              <a:rPr lang="en-US" dirty="0"/>
              <a:t>https://www.journaldev.com/2763/java-8-functional-interfaces</a:t>
            </a:r>
          </a:p>
          <a:p>
            <a:r>
              <a:rPr lang="en-US" dirty="0"/>
              <a:t>http://winterbe.com/posts/2014/03/16/java-8-tutorial/</a:t>
            </a:r>
          </a:p>
          <a:p>
            <a:r>
              <a:rPr lang="en-US" dirty="0"/>
              <a:t>https://www.oreilly.com/learning/java-8-functional-interfaces</a:t>
            </a:r>
          </a:p>
          <a:p>
            <a:endParaRPr lang="en-US" dirty="0"/>
          </a:p>
        </p:txBody>
      </p:sp>
      <p:sp>
        <p:nvSpPr>
          <p:cNvPr id="4" name="Slide Number Placeholder 3"/>
          <p:cNvSpPr>
            <a:spLocks noGrp="1"/>
          </p:cNvSpPr>
          <p:nvPr>
            <p:ph type="sldNum" sz="quarter" idx="10"/>
          </p:nvPr>
        </p:nvSpPr>
        <p:spPr/>
        <p:txBody>
          <a:bodyPr/>
          <a:lstStyle/>
          <a:p>
            <a:fld id="{E619FFEA-3951-4BA9-8398-FEC7047E1482}" type="slidenum">
              <a:rPr lang="en-IN" smtClean="0"/>
              <a:pPr/>
              <a:t>2</a:t>
            </a:fld>
            <a:endParaRPr lang="en-IN"/>
          </a:p>
        </p:txBody>
      </p:sp>
    </p:spTree>
    <p:extLst>
      <p:ext uri="{BB962C8B-B14F-4D97-AF65-F5344CB8AC3E}">
        <p14:creationId xmlns:p14="http://schemas.microsoft.com/office/powerpoint/2010/main" val="9187340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hyperlink" Target="http://www.infogain.com/" TargetMode="Externa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v1">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xmlns=""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a16="http://schemas.microsoft.com/office/drawing/2014/main" xmlns="" id="{98855B5B-E925-44AD-9009-DE309257938B}"/>
              </a:ext>
            </a:extLst>
          </p:cNvPr>
          <p:cNvSpPr/>
          <p:nvPr userDrawn="1"/>
        </p:nvSpPr>
        <p:spPr>
          <a:xfrm>
            <a:off x="3772818"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3771136"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5136825"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25" name="Picture Placeholder 19">
            <a:extLst>
              <a:ext uri="{FF2B5EF4-FFF2-40B4-BE49-F238E27FC236}">
                <a16:creationId xmlns:a16="http://schemas.microsoft.com/office/drawing/2014/main" xmlns="" id="{BBB6AD79-4BB3-4B00-81E0-23A147A8722D}"/>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634200"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753102"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pic>
        <p:nvPicPr>
          <p:cNvPr id="16" name="Picture Placeholder 2">
            <a:extLst>
              <a:ext uri="{FF2B5EF4-FFF2-40B4-BE49-F238E27FC236}">
                <a16:creationId xmlns:a16="http://schemas.microsoft.com/office/drawing/2014/main" xmlns="" id="{0722218A-F86B-4F46-ABF3-1D0489C8A00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Tree>
    <p:extLst>
      <p:ext uri="{BB962C8B-B14F-4D97-AF65-F5344CB8AC3E}">
        <p14:creationId xmlns:p14="http://schemas.microsoft.com/office/powerpoint/2010/main" val="3395067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1 - with Presenters">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xmlns=""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a16="http://schemas.microsoft.com/office/drawing/2014/main" xmlns="" id="{98855B5B-E925-44AD-9009-DE309257938B}"/>
              </a:ext>
            </a:extLst>
          </p:cNvPr>
          <p:cNvSpPr/>
          <p:nvPr userDrawn="1"/>
        </p:nvSpPr>
        <p:spPr>
          <a:xfrm>
            <a:off x="1671996"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1670313"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3036003"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4533378"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4652280"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15" name="Picture Placeholder 19">
            <a:extLst>
              <a:ext uri="{FF2B5EF4-FFF2-40B4-BE49-F238E27FC236}">
                <a16:creationId xmlns:a16="http://schemas.microsoft.com/office/drawing/2014/main" xmlns="" id="{F42F61E4-95F5-45EB-A16E-986F5CC77182}"/>
              </a:ext>
            </a:extLst>
          </p:cNvPr>
          <p:cNvSpPr>
            <a:spLocks noGrp="1"/>
          </p:cNvSpPr>
          <p:nvPr>
            <p:ph type="pic" sz="quarter" idx="12" hasCustomPrompt="1"/>
          </p:nvPr>
        </p:nvSpPr>
        <p:spPr>
          <a:xfrm>
            <a:off x="7554041"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3" name="Text Placeholder 2">
            <a:extLst>
              <a:ext uri="{FF2B5EF4-FFF2-40B4-BE49-F238E27FC236}">
                <a16:creationId xmlns:a16="http://schemas.microsoft.com/office/drawing/2014/main" xmlns="" id="{69DB7E39-16D3-4AAF-8DB5-F05C74688C93}"/>
              </a:ext>
            </a:extLst>
          </p:cNvPr>
          <p:cNvSpPr>
            <a:spLocks noGrp="1"/>
          </p:cNvSpPr>
          <p:nvPr>
            <p:ph type="body" sz="quarter" idx="13" hasCustomPrompt="1"/>
          </p:nvPr>
        </p:nvSpPr>
        <p:spPr>
          <a:xfrm>
            <a:off x="7420040"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43" name="Picture Placeholder 19">
            <a:extLst>
              <a:ext uri="{FF2B5EF4-FFF2-40B4-BE49-F238E27FC236}">
                <a16:creationId xmlns:a16="http://schemas.microsoft.com/office/drawing/2014/main" xmlns="" id="{125CEFA6-05AE-45D8-A1A3-F1D0A0552692}"/>
              </a:ext>
            </a:extLst>
          </p:cNvPr>
          <p:cNvSpPr>
            <a:spLocks noGrp="1"/>
          </p:cNvSpPr>
          <p:nvPr>
            <p:ph type="pic" sz="quarter" idx="14" hasCustomPrompt="1"/>
          </p:nvPr>
        </p:nvSpPr>
        <p:spPr>
          <a:xfrm>
            <a:off x="8491033"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4" name="Text Placeholder 2">
            <a:extLst>
              <a:ext uri="{FF2B5EF4-FFF2-40B4-BE49-F238E27FC236}">
                <a16:creationId xmlns:a16="http://schemas.microsoft.com/office/drawing/2014/main" xmlns="" id="{ACA2B04E-D901-4211-A62E-E7960290CB86}"/>
              </a:ext>
            </a:extLst>
          </p:cNvPr>
          <p:cNvSpPr>
            <a:spLocks noGrp="1"/>
          </p:cNvSpPr>
          <p:nvPr>
            <p:ph type="body" sz="quarter" idx="15" hasCustomPrompt="1"/>
          </p:nvPr>
        </p:nvSpPr>
        <p:spPr>
          <a:xfrm>
            <a:off x="8357032"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45" name="Picture Placeholder 19">
            <a:extLst>
              <a:ext uri="{FF2B5EF4-FFF2-40B4-BE49-F238E27FC236}">
                <a16:creationId xmlns:a16="http://schemas.microsoft.com/office/drawing/2014/main" xmlns="" id="{A68CD03B-FB07-4CDC-B7B8-4F39D0ECF4FA}"/>
              </a:ext>
            </a:extLst>
          </p:cNvPr>
          <p:cNvSpPr>
            <a:spLocks noGrp="1"/>
          </p:cNvSpPr>
          <p:nvPr>
            <p:ph type="pic" sz="quarter" idx="16" hasCustomPrompt="1"/>
          </p:nvPr>
        </p:nvSpPr>
        <p:spPr>
          <a:xfrm>
            <a:off x="9428025"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6" name="Text Placeholder 2">
            <a:extLst>
              <a:ext uri="{FF2B5EF4-FFF2-40B4-BE49-F238E27FC236}">
                <a16:creationId xmlns:a16="http://schemas.microsoft.com/office/drawing/2014/main" xmlns="" id="{57AE09AE-6FDA-4085-9804-E01790BF677C}"/>
              </a:ext>
            </a:extLst>
          </p:cNvPr>
          <p:cNvSpPr>
            <a:spLocks noGrp="1"/>
          </p:cNvSpPr>
          <p:nvPr>
            <p:ph type="body" sz="quarter" idx="17" hasCustomPrompt="1"/>
          </p:nvPr>
        </p:nvSpPr>
        <p:spPr>
          <a:xfrm>
            <a:off x="9294024"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47" name="Picture Placeholder 19">
            <a:extLst>
              <a:ext uri="{FF2B5EF4-FFF2-40B4-BE49-F238E27FC236}">
                <a16:creationId xmlns:a16="http://schemas.microsoft.com/office/drawing/2014/main" xmlns="" id="{792FB7E5-DBD8-47F7-92B3-B15C657815D4}"/>
              </a:ext>
            </a:extLst>
          </p:cNvPr>
          <p:cNvSpPr>
            <a:spLocks noGrp="1"/>
          </p:cNvSpPr>
          <p:nvPr>
            <p:ph type="pic" sz="quarter" idx="18" hasCustomPrompt="1"/>
          </p:nvPr>
        </p:nvSpPr>
        <p:spPr>
          <a:xfrm>
            <a:off x="10365017"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8" name="Text Placeholder 2">
            <a:extLst>
              <a:ext uri="{FF2B5EF4-FFF2-40B4-BE49-F238E27FC236}">
                <a16:creationId xmlns:a16="http://schemas.microsoft.com/office/drawing/2014/main" xmlns="" id="{62CACE4C-2D9A-4D8C-AD8B-53F5FDBC2020}"/>
              </a:ext>
            </a:extLst>
          </p:cNvPr>
          <p:cNvSpPr>
            <a:spLocks noGrp="1"/>
          </p:cNvSpPr>
          <p:nvPr>
            <p:ph type="body" sz="quarter" idx="19" hasCustomPrompt="1"/>
          </p:nvPr>
        </p:nvSpPr>
        <p:spPr>
          <a:xfrm>
            <a:off x="10231016"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29" name="Picture Placeholder 2">
            <a:extLst>
              <a:ext uri="{FF2B5EF4-FFF2-40B4-BE49-F238E27FC236}">
                <a16:creationId xmlns:a16="http://schemas.microsoft.com/office/drawing/2014/main" xmlns="" id="{BD41828A-6710-494A-826C-128A666EFB8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0" name="Picture Placeholder 19">
            <a:extLst>
              <a:ext uri="{FF2B5EF4-FFF2-40B4-BE49-F238E27FC236}">
                <a16:creationId xmlns:a16="http://schemas.microsoft.com/office/drawing/2014/main" xmlns="" id="{C56FA7D8-298C-485F-ADF4-A3B54BC3F47A}"/>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latin typeface="+mn-lt"/>
              </a:defRPr>
            </a:lvl1pPr>
          </a:lstStyle>
          <a:p>
            <a:r>
              <a:rPr lang="en-US" dirty="0"/>
              <a:t>Click on the picture icon</a:t>
            </a:r>
            <a:br>
              <a:rPr lang="en-US" dirty="0"/>
            </a:br>
            <a:r>
              <a:rPr lang="en-US" dirty="0"/>
              <a:t>to insert the Partner logo</a:t>
            </a:r>
          </a:p>
        </p:txBody>
      </p:sp>
    </p:spTree>
    <p:extLst>
      <p:ext uri="{BB962C8B-B14F-4D97-AF65-F5344CB8AC3E}">
        <p14:creationId xmlns:p14="http://schemas.microsoft.com/office/powerpoint/2010/main" val="1931379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a:t>DDD, MMM YY</a:t>
            </a:r>
          </a:p>
        </p:txBody>
      </p:sp>
      <p:pic>
        <p:nvPicPr>
          <p:cNvPr id="13" name="Picture Placeholder 2">
            <a:extLst>
              <a:ext uri="{FF2B5EF4-FFF2-40B4-BE49-F238E27FC236}">
                <a16:creationId xmlns:a16="http://schemas.microsoft.com/office/drawing/2014/main" xmlns="" id="{45E66EA5-B756-4646-B7D3-9131530179B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a16="http://schemas.microsoft.com/office/drawing/2014/main" xmlns=""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6041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with Presenters">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a16="http://schemas.microsoft.com/office/drawing/2014/main" xmlns=""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a16="http://schemas.microsoft.com/office/drawing/2014/main" xmlns=""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a16="http://schemas.microsoft.com/office/drawing/2014/main" xmlns=""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a16="http://schemas.microsoft.com/office/drawing/2014/main" xmlns=""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a16="http://schemas.microsoft.com/office/drawing/2014/main" xmlns=""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a16="http://schemas.microsoft.com/office/drawing/2014/main" xmlns=""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a16="http://schemas.microsoft.com/office/drawing/2014/main" xmlns=""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a16="http://schemas.microsoft.com/office/drawing/2014/main" xmlns=""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a16="http://schemas.microsoft.com/office/drawing/2014/main" xmlns="" id="{2B49ED0D-8D93-4049-BB9F-EA207C4E35D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a16="http://schemas.microsoft.com/office/drawing/2014/main" xmlns=""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324653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pic>
        <p:nvPicPr>
          <p:cNvPr id="13" name="Picture Placeholder 2">
            <a:extLst>
              <a:ext uri="{FF2B5EF4-FFF2-40B4-BE49-F238E27FC236}">
                <a16:creationId xmlns:a16="http://schemas.microsoft.com/office/drawing/2014/main" xmlns="" id="{45E66EA5-B756-4646-B7D3-9131530179B7}"/>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a16="http://schemas.microsoft.com/office/drawing/2014/main" xmlns=""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03193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 with Presenters">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a16="http://schemas.microsoft.com/office/drawing/2014/main" xmlns=""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a16="http://schemas.microsoft.com/office/drawing/2014/main" xmlns=""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a16="http://schemas.microsoft.com/office/drawing/2014/main" xmlns=""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a16="http://schemas.microsoft.com/office/drawing/2014/main" xmlns=""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a16="http://schemas.microsoft.com/office/drawing/2014/main" xmlns=""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a16="http://schemas.microsoft.com/office/drawing/2014/main" xmlns=""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a16="http://schemas.microsoft.com/office/drawing/2014/main" xmlns=""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a16="http://schemas.microsoft.com/office/drawing/2014/main" xmlns=""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a16="http://schemas.microsoft.com/office/drawing/2014/main" xmlns="" id="{2B49ED0D-8D93-4049-BB9F-EA207C4E35D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a16="http://schemas.microsoft.com/office/drawing/2014/main" xmlns=""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5074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a16="http://schemas.microsoft.com/office/drawing/2014/main" xmlns=""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1" name="Oval 40">
            <a:extLst>
              <a:ext uri="{FF2B5EF4-FFF2-40B4-BE49-F238E27FC236}">
                <a16:creationId xmlns:a16="http://schemas.microsoft.com/office/drawing/2014/main" xmlns="" id="{77C9A1D9-D296-458E-ACEC-E778E5EE2E32}"/>
              </a:ext>
            </a:extLst>
          </p:cNvPr>
          <p:cNvSpPr/>
          <p:nvPr userDrawn="1"/>
        </p:nvSpPr>
        <p:spPr>
          <a:xfrm>
            <a:off x="6822950" y="4186866"/>
            <a:ext cx="1598118" cy="159770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2" name="Subtitle 2">
            <a:extLst>
              <a:ext uri="{FF2B5EF4-FFF2-40B4-BE49-F238E27FC236}">
                <a16:creationId xmlns:a16="http://schemas.microsoft.com/office/drawing/2014/main" xmlns="" id="{3C5D5E26-EC47-4A53-A976-2798FA731462}"/>
              </a:ext>
            </a:extLst>
          </p:cNvPr>
          <p:cNvSpPr>
            <a:spLocks noGrp="1"/>
          </p:cNvSpPr>
          <p:nvPr>
            <p:ph type="subTitle" idx="1" hasCustomPrompt="1"/>
          </p:nvPr>
        </p:nvSpPr>
        <p:spPr>
          <a:xfrm>
            <a:off x="6943430" y="4363043"/>
            <a:ext cx="1357157" cy="1245348"/>
          </a:xfrm>
          <a:prstGeom prst="rect">
            <a:avLst/>
          </a:prstGeom>
        </p:spPr>
        <p:txBody>
          <a:bodyPr wrap="square" anchor="ctr">
            <a:noAutofit/>
          </a:bodyPr>
          <a:lstStyle>
            <a:lvl1pPr marL="0" indent="0" algn="ctr">
              <a:lnSpc>
                <a:spcPct val="90000"/>
              </a:lnSpc>
              <a:spcBef>
                <a:spcPts val="0"/>
              </a:spcBef>
              <a:buNone/>
              <a:defRPr sz="12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3" name="Text Placeholder 2">
            <a:extLst>
              <a:ext uri="{FF2B5EF4-FFF2-40B4-BE49-F238E27FC236}">
                <a16:creationId xmlns:a16="http://schemas.microsoft.com/office/drawing/2014/main" xmlns=""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64998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out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a16="http://schemas.microsoft.com/office/drawing/2014/main" xmlns=""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3" name="Text Placeholder 2">
            <a:extLst>
              <a:ext uri="{FF2B5EF4-FFF2-40B4-BE49-F238E27FC236}">
                <a16:creationId xmlns:a16="http://schemas.microsoft.com/office/drawing/2014/main" xmlns=""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066482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Divider v2">
    <p:bg>
      <p:bgPr>
        <a:solidFill>
          <a:schemeClr val="tx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a16="http://schemas.microsoft.com/office/drawing/2014/main" xmlns=""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a16="http://schemas.microsoft.com/office/drawing/2014/main" xmlns=""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695703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 v3">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a16="http://schemas.microsoft.com/office/drawing/2014/main" xmlns=""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a16="http://schemas.microsoft.com/office/drawing/2014/main" xmlns=""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24223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Divider v4">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a16="http://schemas.microsoft.com/office/drawing/2014/main" xmlns=""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a16="http://schemas.microsoft.com/office/drawing/2014/main" xmlns=""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155789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v1">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a16="http://schemas.microsoft.com/office/drawing/2014/main" xmlns="" id="{9B8F19A3-252D-4851-BB1A-796986E51EF6}"/>
              </a:ext>
            </a:extLst>
          </p:cNvPr>
          <p:cNvSpPr>
            <a:spLocks noGrp="1"/>
          </p:cNvSpPr>
          <p:nvPr>
            <p:ph type="body" sz="quarter" idx="18" hasCustomPrompt="1"/>
          </p:nvPr>
        </p:nvSpPr>
        <p:spPr>
          <a:xfrm>
            <a:off x="94088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2" name="Text Placeholder 2">
            <a:extLst>
              <a:ext uri="{FF2B5EF4-FFF2-40B4-BE49-F238E27FC236}">
                <a16:creationId xmlns:a16="http://schemas.microsoft.com/office/drawing/2014/main" xmlns="" id="{BFFF5094-6ED3-40C7-BD93-86A550C2B1EA}"/>
              </a:ext>
            </a:extLst>
          </p:cNvPr>
          <p:cNvSpPr>
            <a:spLocks noGrp="1"/>
          </p:cNvSpPr>
          <p:nvPr>
            <p:ph type="body" sz="quarter" idx="13" hasCustomPrompt="1"/>
          </p:nvPr>
        </p:nvSpPr>
        <p:spPr>
          <a:xfrm>
            <a:off x="940886"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01</a:t>
            </a:r>
          </a:p>
        </p:txBody>
      </p:sp>
      <p:sp>
        <p:nvSpPr>
          <p:cNvPr id="23" name="Text Placeholder 2">
            <a:extLst>
              <a:ext uri="{FF2B5EF4-FFF2-40B4-BE49-F238E27FC236}">
                <a16:creationId xmlns:a16="http://schemas.microsoft.com/office/drawing/2014/main" xmlns="" id="{AE10F525-8785-40CE-95A6-6D01A7714D79}"/>
              </a:ext>
            </a:extLst>
          </p:cNvPr>
          <p:cNvSpPr>
            <a:spLocks noGrp="1"/>
          </p:cNvSpPr>
          <p:nvPr>
            <p:ph type="body" sz="quarter" idx="14" hasCustomPrompt="1"/>
          </p:nvPr>
        </p:nvSpPr>
        <p:spPr>
          <a:xfrm>
            <a:off x="3242540"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02</a:t>
            </a:r>
          </a:p>
        </p:txBody>
      </p:sp>
      <p:sp>
        <p:nvSpPr>
          <p:cNvPr id="24" name="Text Placeholder 2">
            <a:extLst>
              <a:ext uri="{FF2B5EF4-FFF2-40B4-BE49-F238E27FC236}">
                <a16:creationId xmlns:a16="http://schemas.microsoft.com/office/drawing/2014/main" xmlns="" id="{D36914D6-A688-48A8-B471-081AF08A391F}"/>
              </a:ext>
            </a:extLst>
          </p:cNvPr>
          <p:cNvSpPr>
            <a:spLocks noGrp="1"/>
          </p:cNvSpPr>
          <p:nvPr>
            <p:ph type="body" sz="quarter" idx="15" hasCustomPrompt="1"/>
          </p:nvPr>
        </p:nvSpPr>
        <p:spPr>
          <a:xfrm>
            <a:off x="5544195"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03</a:t>
            </a:r>
          </a:p>
        </p:txBody>
      </p:sp>
      <p:sp>
        <p:nvSpPr>
          <p:cNvPr id="25" name="Text Placeholder 2">
            <a:extLst>
              <a:ext uri="{FF2B5EF4-FFF2-40B4-BE49-F238E27FC236}">
                <a16:creationId xmlns:a16="http://schemas.microsoft.com/office/drawing/2014/main" xmlns="" id="{56673962-E048-4984-88F8-74B5C5793C52}"/>
              </a:ext>
            </a:extLst>
          </p:cNvPr>
          <p:cNvSpPr>
            <a:spLocks noGrp="1"/>
          </p:cNvSpPr>
          <p:nvPr>
            <p:ph type="body" sz="quarter" idx="16" hasCustomPrompt="1"/>
          </p:nvPr>
        </p:nvSpPr>
        <p:spPr>
          <a:xfrm>
            <a:off x="7845849"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04</a:t>
            </a:r>
          </a:p>
        </p:txBody>
      </p:sp>
      <p:sp>
        <p:nvSpPr>
          <p:cNvPr id="26" name="Text Placeholder 2">
            <a:extLst>
              <a:ext uri="{FF2B5EF4-FFF2-40B4-BE49-F238E27FC236}">
                <a16:creationId xmlns:a16="http://schemas.microsoft.com/office/drawing/2014/main" xmlns="" id="{02A799DF-1979-4FDB-A256-951A4204AF87}"/>
              </a:ext>
            </a:extLst>
          </p:cNvPr>
          <p:cNvSpPr>
            <a:spLocks noGrp="1"/>
          </p:cNvSpPr>
          <p:nvPr>
            <p:ph type="body" sz="quarter" idx="17" hasCustomPrompt="1"/>
          </p:nvPr>
        </p:nvSpPr>
        <p:spPr>
          <a:xfrm>
            <a:off x="10147504"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05</a:t>
            </a:r>
          </a:p>
        </p:txBody>
      </p:sp>
      <p:sp>
        <p:nvSpPr>
          <p:cNvPr id="28" name="Text Placeholder 2">
            <a:extLst>
              <a:ext uri="{FF2B5EF4-FFF2-40B4-BE49-F238E27FC236}">
                <a16:creationId xmlns:a16="http://schemas.microsoft.com/office/drawing/2014/main" xmlns="" id="{F339E161-0E60-4C55-BC72-7E29650E6436}"/>
              </a:ext>
            </a:extLst>
          </p:cNvPr>
          <p:cNvSpPr>
            <a:spLocks noGrp="1"/>
          </p:cNvSpPr>
          <p:nvPr>
            <p:ph type="body" sz="quarter" idx="19" hasCustomPrompt="1"/>
          </p:nvPr>
        </p:nvSpPr>
        <p:spPr>
          <a:xfrm>
            <a:off x="324254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9" name="Text Placeholder 2">
            <a:extLst>
              <a:ext uri="{FF2B5EF4-FFF2-40B4-BE49-F238E27FC236}">
                <a16:creationId xmlns:a16="http://schemas.microsoft.com/office/drawing/2014/main" xmlns="" id="{C7FC7771-48D6-4488-A089-A4699B8C9BB9}"/>
              </a:ext>
            </a:extLst>
          </p:cNvPr>
          <p:cNvSpPr>
            <a:spLocks noGrp="1"/>
          </p:cNvSpPr>
          <p:nvPr>
            <p:ph type="body" sz="quarter" idx="20" hasCustomPrompt="1"/>
          </p:nvPr>
        </p:nvSpPr>
        <p:spPr>
          <a:xfrm>
            <a:off x="5544196"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0" name="Text Placeholder 2">
            <a:extLst>
              <a:ext uri="{FF2B5EF4-FFF2-40B4-BE49-F238E27FC236}">
                <a16:creationId xmlns:a16="http://schemas.microsoft.com/office/drawing/2014/main" xmlns="" id="{A7DDF1D5-1765-4836-BBE1-849DFAB37631}"/>
              </a:ext>
            </a:extLst>
          </p:cNvPr>
          <p:cNvSpPr>
            <a:spLocks noGrp="1"/>
          </p:cNvSpPr>
          <p:nvPr>
            <p:ph type="body" sz="quarter" idx="21" hasCustomPrompt="1"/>
          </p:nvPr>
        </p:nvSpPr>
        <p:spPr>
          <a:xfrm>
            <a:off x="784585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1" name="Text Placeholder 2">
            <a:extLst>
              <a:ext uri="{FF2B5EF4-FFF2-40B4-BE49-F238E27FC236}">
                <a16:creationId xmlns:a16="http://schemas.microsoft.com/office/drawing/2014/main" xmlns="" id="{35D57064-67A8-4717-8F76-9AF1A1455ADB}"/>
              </a:ext>
            </a:extLst>
          </p:cNvPr>
          <p:cNvSpPr>
            <a:spLocks noGrp="1"/>
          </p:cNvSpPr>
          <p:nvPr>
            <p:ph type="body" sz="quarter" idx="22" hasCustomPrompt="1"/>
          </p:nvPr>
        </p:nvSpPr>
        <p:spPr>
          <a:xfrm>
            <a:off x="1014750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 name="Title 2">
            <a:extLst>
              <a:ext uri="{FF2B5EF4-FFF2-40B4-BE49-F238E27FC236}">
                <a16:creationId xmlns:a16="http://schemas.microsoft.com/office/drawing/2014/main" xmlns="" id="{D0D0F5C5-1FDE-456D-9C67-6F0A07724C6B}"/>
              </a:ext>
            </a:extLst>
          </p:cNvPr>
          <p:cNvSpPr>
            <a:spLocks noGrp="1"/>
          </p:cNvSpPr>
          <p:nvPr>
            <p:ph type="title" hasCustomPrompt="1"/>
          </p:nvPr>
        </p:nvSpPr>
        <p:spPr/>
        <p:txBody>
          <a:bodyPr/>
          <a:lstStyle>
            <a:lvl1pPr>
              <a:defRPr baseline="0"/>
            </a:lvl1pPr>
          </a:lstStyle>
          <a:p>
            <a:r>
              <a:rPr lang="en-US" dirty="0"/>
              <a:t>SECTION HEADING</a:t>
            </a:r>
          </a:p>
        </p:txBody>
      </p:sp>
    </p:spTree>
    <p:extLst>
      <p:ext uri="{BB962C8B-B14F-4D97-AF65-F5344CB8AC3E}">
        <p14:creationId xmlns:p14="http://schemas.microsoft.com/office/powerpoint/2010/main" val="2862327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v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a16="http://schemas.microsoft.com/office/drawing/2014/main" xmlns="" id="{9B8F19A3-252D-4851-BB1A-796986E51EF6}"/>
              </a:ext>
            </a:extLst>
          </p:cNvPr>
          <p:cNvSpPr>
            <a:spLocks noGrp="1"/>
          </p:cNvSpPr>
          <p:nvPr>
            <p:ph type="body" sz="quarter" idx="18" hasCustomPrompt="1"/>
          </p:nvPr>
        </p:nvSpPr>
        <p:spPr>
          <a:xfrm>
            <a:off x="7569694" y="1714958"/>
            <a:ext cx="1609763" cy="3870342"/>
          </a:xfrm>
        </p:spPr>
        <p:txBody>
          <a:bodyPr lIns="0" tIns="0" rIns="0" bIns="0" anchor="t">
            <a:noAutofit/>
          </a:bodyPr>
          <a:lstStyle>
            <a:lvl1pPr marL="0" indent="0" algn="l">
              <a:spcBef>
                <a:spcPts val="800"/>
              </a:spcBef>
              <a:buNone/>
              <a:defRPr sz="1400" b="0">
                <a:solidFill>
                  <a:schemeClr val="tx1"/>
                </a:solidFill>
              </a:defRPr>
            </a:lvl1pPr>
          </a:lstStyle>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34" name="Text Placeholder 2">
            <a:extLst>
              <a:ext uri="{FF2B5EF4-FFF2-40B4-BE49-F238E27FC236}">
                <a16:creationId xmlns:a16="http://schemas.microsoft.com/office/drawing/2014/main" xmlns="" id="{45886A50-D64D-414B-BB34-2694E084C2E5}"/>
              </a:ext>
            </a:extLst>
          </p:cNvPr>
          <p:cNvSpPr>
            <a:spLocks noGrp="1"/>
          </p:cNvSpPr>
          <p:nvPr>
            <p:ph type="body" sz="quarter" idx="19" hasCustomPrompt="1"/>
          </p:nvPr>
        </p:nvSpPr>
        <p:spPr>
          <a:xfrm>
            <a:off x="9388231" y="1714958"/>
            <a:ext cx="452813" cy="3870342"/>
          </a:xfrm>
        </p:spPr>
        <p:txBody>
          <a:bodyPr lIns="0" tIns="0" rIns="0" bIns="0" anchor="t">
            <a:noAutofit/>
          </a:bodyPr>
          <a:lstStyle>
            <a:lvl1pPr marL="0" indent="0" algn="ctr">
              <a:spcBef>
                <a:spcPts val="800"/>
              </a:spcBef>
              <a:buNone/>
              <a:defRPr sz="1400" b="0">
                <a:solidFill>
                  <a:schemeClr val="bg2"/>
                </a:solidFill>
              </a:defRPr>
            </a:lvl1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p>
          <a:p>
            <a:pPr lvl="0"/>
            <a:r>
              <a:rPr lang="en-US" dirty="0"/>
              <a:t>07</a:t>
            </a:r>
          </a:p>
          <a:p>
            <a:pPr lvl="0"/>
            <a:r>
              <a:rPr lang="en-US" dirty="0"/>
              <a:t>08</a:t>
            </a:r>
          </a:p>
          <a:p>
            <a:pPr lvl="0"/>
            <a:r>
              <a:rPr lang="en-US" dirty="0"/>
              <a:t>09</a:t>
            </a:r>
          </a:p>
          <a:p>
            <a:pPr lvl="0"/>
            <a:r>
              <a:rPr lang="en-US" dirty="0"/>
              <a:t>10</a:t>
            </a:r>
          </a:p>
          <a:p>
            <a:pPr lvl="0"/>
            <a:r>
              <a:rPr lang="en-US" dirty="0"/>
              <a:t>11</a:t>
            </a:r>
          </a:p>
          <a:p>
            <a:pPr lvl="0"/>
            <a:r>
              <a:rPr lang="en-US" dirty="0"/>
              <a:t>12</a:t>
            </a:r>
          </a:p>
        </p:txBody>
      </p:sp>
    </p:spTree>
    <p:extLst>
      <p:ext uri="{BB962C8B-B14F-4D97-AF65-F5344CB8AC3E}">
        <p14:creationId xmlns:p14="http://schemas.microsoft.com/office/powerpoint/2010/main" val="9283127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info">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4" name="Picture Placeholder 19">
            <a:extLst>
              <a:ext uri="{FF2B5EF4-FFF2-40B4-BE49-F238E27FC236}">
                <a16:creationId xmlns:a16="http://schemas.microsoft.com/office/drawing/2014/main" xmlns="" id="{59269AFB-DEBB-4608-96E8-324707728B11}"/>
              </a:ext>
            </a:extLst>
          </p:cNvPr>
          <p:cNvSpPr>
            <a:spLocks noGrp="1"/>
          </p:cNvSpPr>
          <p:nvPr>
            <p:ph type="pic" sz="quarter" idx="15" hasCustomPrompt="1"/>
          </p:nvPr>
        </p:nvSpPr>
        <p:spPr>
          <a:xfrm>
            <a:off x="6363124"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5" name="Text Placeholder 2">
            <a:extLst>
              <a:ext uri="{FF2B5EF4-FFF2-40B4-BE49-F238E27FC236}">
                <a16:creationId xmlns:a16="http://schemas.microsoft.com/office/drawing/2014/main" xmlns="" id="{686E8F45-9142-4263-B45A-EC0ECAA59FAE}"/>
              </a:ext>
            </a:extLst>
          </p:cNvPr>
          <p:cNvSpPr>
            <a:spLocks noGrp="1"/>
          </p:cNvSpPr>
          <p:nvPr>
            <p:ph type="body" sz="quarter" idx="16" hasCustomPrompt="1"/>
          </p:nvPr>
        </p:nvSpPr>
        <p:spPr>
          <a:xfrm>
            <a:off x="7693651"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2</a:t>
            </a:r>
          </a:p>
        </p:txBody>
      </p:sp>
      <p:sp>
        <p:nvSpPr>
          <p:cNvPr id="16" name="Text Placeholder 2">
            <a:extLst>
              <a:ext uri="{FF2B5EF4-FFF2-40B4-BE49-F238E27FC236}">
                <a16:creationId xmlns:a16="http://schemas.microsoft.com/office/drawing/2014/main" xmlns="" id="{4DC11626-0644-4E2D-9226-6EB9E83BA064}"/>
              </a:ext>
            </a:extLst>
          </p:cNvPr>
          <p:cNvSpPr>
            <a:spLocks noGrp="1"/>
          </p:cNvSpPr>
          <p:nvPr>
            <p:ph type="body" sz="quarter" idx="17" hasCustomPrompt="1"/>
          </p:nvPr>
        </p:nvSpPr>
        <p:spPr>
          <a:xfrm>
            <a:off x="7693651"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5" name="Picture Placeholder 19">
            <a:extLst>
              <a:ext uri="{FF2B5EF4-FFF2-40B4-BE49-F238E27FC236}">
                <a16:creationId xmlns:a16="http://schemas.microsoft.com/office/drawing/2014/main" xmlns="" id="{A323A45E-FC75-4F7E-95A9-DB2AB53001BA}"/>
              </a:ext>
            </a:extLst>
          </p:cNvPr>
          <p:cNvSpPr>
            <a:spLocks noGrp="1"/>
          </p:cNvSpPr>
          <p:nvPr>
            <p:ph type="pic" sz="quarter" idx="12" hasCustomPrompt="1"/>
          </p:nvPr>
        </p:nvSpPr>
        <p:spPr>
          <a:xfrm>
            <a:off x="1758340"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7" name="Text Placeholder 2">
            <a:extLst>
              <a:ext uri="{FF2B5EF4-FFF2-40B4-BE49-F238E27FC236}">
                <a16:creationId xmlns:a16="http://schemas.microsoft.com/office/drawing/2014/main" xmlns="" id="{CC419ED4-1DC0-4B8A-B81D-02CC53DE3339}"/>
              </a:ext>
            </a:extLst>
          </p:cNvPr>
          <p:cNvSpPr>
            <a:spLocks noGrp="1"/>
          </p:cNvSpPr>
          <p:nvPr>
            <p:ph type="body" sz="quarter" idx="13" hasCustomPrompt="1"/>
          </p:nvPr>
        </p:nvSpPr>
        <p:spPr>
          <a:xfrm>
            <a:off x="3088867"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1</a:t>
            </a:r>
          </a:p>
        </p:txBody>
      </p:sp>
      <p:sp>
        <p:nvSpPr>
          <p:cNvPr id="12" name="Text Placeholder 2">
            <a:extLst>
              <a:ext uri="{FF2B5EF4-FFF2-40B4-BE49-F238E27FC236}">
                <a16:creationId xmlns:a16="http://schemas.microsoft.com/office/drawing/2014/main" xmlns="" id="{39191F7B-B907-4330-A0D0-AE2346533DD8}"/>
              </a:ext>
            </a:extLst>
          </p:cNvPr>
          <p:cNvSpPr>
            <a:spLocks noGrp="1"/>
          </p:cNvSpPr>
          <p:nvPr>
            <p:ph type="body" sz="quarter" idx="14" hasCustomPrompt="1"/>
          </p:nvPr>
        </p:nvSpPr>
        <p:spPr>
          <a:xfrm>
            <a:off x="3088867"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17" name="Picture Placeholder 19">
            <a:extLst>
              <a:ext uri="{FF2B5EF4-FFF2-40B4-BE49-F238E27FC236}">
                <a16:creationId xmlns:a16="http://schemas.microsoft.com/office/drawing/2014/main" xmlns="" id="{F983CCE9-9F44-4F5C-8034-00D82367E68F}"/>
              </a:ext>
            </a:extLst>
          </p:cNvPr>
          <p:cNvSpPr>
            <a:spLocks noGrp="1"/>
          </p:cNvSpPr>
          <p:nvPr>
            <p:ph type="pic" sz="quarter" idx="18" hasCustomPrompt="1"/>
          </p:nvPr>
        </p:nvSpPr>
        <p:spPr>
          <a:xfrm>
            <a:off x="6363124"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8" name="Text Placeholder 2">
            <a:extLst>
              <a:ext uri="{FF2B5EF4-FFF2-40B4-BE49-F238E27FC236}">
                <a16:creationId xmlns:a16="http://schemas.microsoft.com/office/drawing/2014/main" xmlns="" id="{1E02564C-71B0-404A-81D5-CBADB443DACA}"/>
              </a:ext>
            </a:extLst>
          </p:cNvPr>
          <p:cNvSpPr>
            <a:spLocks noGrp="1"/>
          </p:cNvSpPr>
          <p:nvPr>
            <p:ph type="body" sz="quarter" idx="19" hasCustomPrompt="1"/>
          </p:nvPr>
        </p:nvSpPr>
        <p:spPr>
          <a:xfrm>
            <a:off x="7693651"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4</a:t>
            </a:r>
          </a:p>
        </p:txBody>
      </p:sp>
      <p:sp>
        <p:nvSpPr>
          <p:cNvPr id="19" name="Text Placeholder 2">
            <a:extLst>
              <a:ext uri="{FF2B5EF4-FFF2-40B4-BE49-F238E27FC236}">
                <a16:creationId xmlns:a16="http://schemas.microsoft.com/office/drawing/2014/main" xmlns="" id="{37CB87B8-C293-4172-92CB-5A6B260A9911}"/>
              </a:ext>
            </a:extLst>
          </p:cNvPr>
          <p:cNvSpPr>
            <a:spLocks noGrp="1"/>
          </p:cNvSpPr>
          <p:nvPr>
            <p:ph type="body" sz="quarter" idx="20" hasCustomPrompt="1"/>
          </p:nvPr>
        </p:nvSpPr>
        <p:spPr>
          <a:xfrm>
            <a:off x="7693651"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0" name="Picture Placeholder 19">
            <a:extLst>
              <a:ext uri="{FF2B5EF4-FFF2-40B4-BE49-F238E27FC236}">
                <a16:creationId xmlns:a16="http://schemas.microsoft.com/office/drawing/2014/main" xmlns="" id="{3E8E0044-A58D-43FE-A641-0CAFFC620062}"/>
              </a:ext>
            </a:extLst>
          </p:cNvPr>
          <p:cNvSpPr>
            <a:spLocks noGrp="1"/>
          </p:cNvSpPr>
          <p:nvPr>
            <p:ph type="pic" sz="quarter" idx="21" hasCustomPrompt="1"/>
          </p:nvPr>
        </p:nvSpPr>
        <p:spPr>
          <a:xfrm>
            <a:off x="1758340"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1" name="Text Placeholder 2">
            <a:extLst>
              <a:ext uri="{FF2B5EF4-FFF2-40B4-BE49-F238E27FC236}">
                <a16:creationId xmlns:a16="http://schemas.microsoft.com/office/drawing/2014/main" xmlns="" id="{43E28C56-5783-4337-9D96-698FE5582A2E}"/>
              </a:ext>
            </a:extLst>
          </p:cNvPr>
          <p:cNvSpPr>
            <a:spLocks noGrp="1"/>
          </p:cNvSpPr>
          <p:nvPr>
            <p:ph type="body" sz="quarter" idx="22" hasCustomPrompt="1"/>
          </p:nvPr>
        </p:nvSpPr>
        <p:spPr>
          <a:xfrm>
            <a:off x="3088867"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3</a:t>
            </a:r>
          </a:p>
        </p:txBody>
      </p:sp>
      <p:sp>
        <p:nvSpPr>
          <p:cNvPr id="22" name="Text Placeholder 2">
            <a:extLst>
              <a:ext uri="{FF2B5EF4-FFF2-40B4-BE49-F238E27FC236}">
                <a16:creationId xmlns:a16="http://schemas.microsoft.com/office/drawing/2014/main" xmlns="" id="{03DD8706-19CE-4B18-B435-1B8EBC9D6F63}"/>
              </a:ext>
            </a:extLst>
          </p:cNvPr>
          <p:cNvSpPr>
            <a:spLocks noGrp="1"/>
          </p:cNvSpPr>
          <p:nvPr>
            <p:ph type="body" sz="quarter" idx="23" hasCustomPrompt="1"/>
          </p:nvPr>
        </p:nvSpPr>
        <p:spPr>
          <a:xfrm>
            <a:off x="3088867"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3" name="Picture Placeholder 19">
            <a:extLst>
              <a:ext uri="{FF2B5EF4-FFF2-40B4-BE49-F238E27FC236}">
                <a16:creationId xmlns:a16="http://schemas.microsoft.com/office/drawing/2014/main" xmlns="" id="{154DC02C-DF49-4166-8E8C-83B92BB515A3}"/>
              </a:ext>
            </a:extLst>
          </p:cNvPr>
          <p:cNvSpPr>
            <a:spLocks noGrp="1"/>
          </p:cNvSpPr>
          <p:nvPr>
            <p:ph type="pic" sz="quarter" idx="24" hasCustomPrompt="1"/>
          </p:nvPr>
        </p:nvSpPr>
        <p:spPr>
          <a:xfrm>
            <a:off x="6363124"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4" name="Text Placeholder 2">
            <a:extLst>
              <a:ext uri="{FF2B5EF4-FFF2-40B4-BE49-F238E27FC236}">
                <a16:creationId xmlns:a16="http://schemas.microsoft.com/office/drawing/2014/main" xmlns="" id="{0D389855-D3A3-4DEB-8A46-31D137D6F97D}"/>
              </a:ext>
            </a:extLst>
          </p:cNvPr>
          <p:cNvSpPr>
            <a:spLocks noGrp="1"/>
          </p:cNvSpPr>
          <p:nvPr>
            <p:ph type="body" sz="quarter" idx="25" hasCustomPrompt="1"/>
          </p:nvPr>
        </p:nvSpPr>
        <p:spPr>
          <a:xfrm>
            <a:off x="7693651"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6</a:t>
            </a:r>
          </a:p>
        </p:txBody>
      </p:sp>
      <p:sp>
        <p:nvSpPr>
          <p:cNvPr id="25" name="Text Placeholder 2">
            <a:extLst>
              <a:ext uri="{FF2B5EF4-FFF2-40B4-BE49-F238E27FC236}">
                <a16:creationId xmlns:a16="http://schemas.microsoft.com/office/drawing/2014/main" xmlns="" id="{8525DE8D-D94B-47A4-90AD-21FCC945217A}"/>
              </a:ext>
            </a:extLst>
          </p:cNvPr>
          <p:cNvSpPr>
            <a:spLocks noGrp="1"/>
          </p:cNvSpPr>
          <p:nvPr>
            <p:ph type="body" sz="quarter" idx="26" hasCustomPrompt="1"/>
          </p:nvPr>
        </p:nvSpPr>
        <p:spPr>
          <a:xfrm>
            <a:off x="7693651"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6" name="Picture Placeholder 19">
            <a:extLst>
              <a:ext uri="{FF2B5EF4-FFF2-40B4-BE49-F238E27FC236}">
                <a16:creationId xmlns:a16="http://schemas.microsoft.com/office/drawing/2014/main" xmlns="" id="{84F6A77C-9582-4BB2-90CC-4DC51D7549AE}"/>
              </a:ext>
            </a:extLst>
          </p:cNvPr>
          <p:cNvSpPr>
            <a:spLocks noGrp="1"/>
          </p:cNvSpPr>
          <p:nvPr>
            <p:ph type="pic" sz="quarter" idx="27" hasCustomPrompt="1"/>
          </p:nvPr>
        </p:nvSpPr>
        <p:spPr>
          <a:xfrm>
            <a:off x="1758340"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8" name="Text Placeholder 2">
            <a:extLst>
              <a:ext uri="{FF2B5EF4-FFF2-40B4-BE49-F238E27FC236}">
                <a16:creationId xmlns:a16="http://schemas.microsoft.com/office/drawing/2014/main" xmlns="" id="{29A25E6F-1680-44EA-B113-5C16F4728915}"/>
              </a:ext>
            </a:extLst>
          </p:cNvPr>
          <p:cNvSpPr>
            <a:spLocks noGrp="1"/>
          </p:cNvSpPr>
          <p:nvPr>
            <p:ph type="body" sz="quarter" idx="28" hasCustomPrompt="1"/>
          </p:nvPr>
        </p:nvSpPr>
        <p:spPr>
          <a:xfrm>
            <a:off x="3088867"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5</a:t>
            </a:r>
          </a:p>
        </p:txBody>
      </p:sp>
      <p:sp>
        <p:nvSpPr>
          <p:cNvPr id="29" name="Text Placeholder 2">
            <a:extLst>
              <a:ext uri="{FF2B5EF4-FFF2-40B4-BE49-F238E27FC236}">
                <a16:creationId xmlns:a16="http://schemas.microsoft.com/office/drawing/2014/main" xmlns="" id="{4D883057-323F-4A58-B78E-59B10B92544C}"/>
              </a:ext>
            </a:extLst>
          </p:cNvPr>
          <p:cNvSpPr>
            <a:spLocks noGrp="1"/>
          </p:cNvSpPr>
          <p:nvPr>
            <p:ph type="body" sz="quarter" idx="29" hasCustomPrompt="1"/>
          </p:nvPr>
        </p:nvSpPr>
        <p:spPr>
          <a:xfrm>
            <a:off x="3088867"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Tree>
    <p:extLst>
      <p:ext uri="{BB962C8B-B14F-4D97-AF65-F5344CB8AC3E}">
        <p14:creationId xmlns:p14="http://schemas.microsoft.com/office/powerpoint/2010/main" val="2261981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v1">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535966"/>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62139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70325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v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xmlns=""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3" name="Text Placeholder 2"/>
          <p:cNvSpPr>
            <a:spLocks noGrp="1"/>
          </p:cNvSpPr>
          <p:nvPr>
            <p:ph type="body" sz="quarter" idx="14"/>
          </p:nvPr>
        </p:nvSpPr>
        <p:spPr>
          <a:xfrm>
            <a:off x="4038064" y="1409702"/>
            <a:ext cx="3658553" cy="4754880"/>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7" name="Text Placeholder 6"/>
          <p:cNvSpPr>
            <a:spLocks noGrp="1"/>
          </p:cNvSpPr>
          <p:nvPr>
            <p:ph type="body" sz="quarter" idx="15"/>
          </p:nvPr>
        </p:nvSpPr>
        <p:spPr>
          <a:xfrm>
            <a:off x="8188235" y="1409703"/>
            <a:ext cx="3658553" cy="475488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2695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v1">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179215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6475652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40984528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text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p:nvPr userDrawn="1"/>
        </p:nvCxnSpPr>
        <p:spPr>
          <a:xfrm>
            <a:off x="617066"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xmlns="" id="{10380C48-5BEB-4A6E-9DAB-A6429A58BD37}"/>
              </a:ext>
            </a:extLst>
          </p:cNvPr>
          <p:cNvSpPr/>
          <p:nvPr userDrawn="1"/>
        </p:nvSpPr>
        <p:spPr>
          <a:xfrm>
            <a:off x="6266733"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a16="http://schemas.microsoft.com/office/drawing/2014/main" xmlns="" id="{84C5DFFB-6FF4-4318-9D0D-9CD77029DABD}"/>
              </a:ext>
            </a:extLst>
          </p:cNvPr>
          <p:cNvSpPr>
            <a:spLocks noGrp="1"/>
          </p:cNvSpPr>
          <p:nvPr>
            <p:ph type="body" sz="quarter" idx="16" hasCustomPrompt="1"/>
          </p:nvPr>
        </p:nvSpPr>
        <p:spPr>
          <a:xfrm>
            <a:off x="6266733"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a16="http://schemas.microsoft.com/office/drawing/2014/main" xmlns="" id="{D142C5A8-D7C7-4F2D-9CDF-834CB6B5513A}"/>
              </a:ext>
            </a:extLst>
          </p:cNvPr>
          <p:cNvCxnSpPr/>
          <p:nvPr userDrawn="1"/>
        </p:nvCxnSpPr>
        <p:spPr>
          <a:xfrm>
            <a:off x="6444837"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7"/>
          </p:nvPr>
        </p:nvSpPr>
        <p:spPr>
          <a:xfrm>
            <a:off x="438962" y="2016668"/>
            <a:ext cx="5487829" cy="411743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8"/>
          </p:nvPr>
        </p:nvSpPr>
        <p:spPr>
          <a:xfrm>
            <a:off x="6266733" y="2016667"/>
            <a:ext cx="5487829" cy="411743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6740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text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a:cxnSpLocks/>
          </p:cNvCxnSpPr>
          <p:nvPr userDrawn="1"/>
        </p:nvCxnSpPr>
        <p:spPr>
          <a:xfrm>
            <a:off x="601009"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xmlns="" id="{911F2DDC-FE3D-47F1-B151-80B9AC9A2B70}"/>
              </a:ext>
            </a:extLst>
          </p:cNvPr>
          <p:cNvSpPr/>
          <p:nvPr userDrawn="1"/>
        </p:nvSpPr>
        <p:spPr>
          <a:xfrm>
            <a:off x="4267866"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0" name="Text Placeholder 4">
            <a:extLst>
              <a:ext uri="{FF2B5EF4-FFF2-40B4-BE49-F238E27FC236}">
                <a16:creationId xmlns:a16="http://schemas.microsoft.com/office/drawing/2014/main" xmlns="" id="{2FF590C8-B23E-4B58-825C-94072533798E}"/>
              </a:ext>
            </a:extLst>
          </p:cNvPr>
          <p:cNvSpPr>
            <a:spLocks noGrp="1"/>
          </p:cNvSpPr>
          <p:nvPr>
            <p:ph type="body" sz="quarter" idx="16" hasCustomPrompt="1"/>
          </p:nvPr>
        </p:nvSpPr>
        <p:spPr>
          <a:xfrm>
            <a:off x="4267866"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1" name="Straight Connector 30">
            <a:extLst>
              <a:ext uri="{FF2B5EF4-FFF2-40B4-BE49-F238E27FC236}">
                <a16:creationId xmlns:a16="http://schemas.microsoft.com/office/drawing/2014/main" xmlns="" id="{28967DD9-FE47-4475-A9A7-067F0E21789F}"/>
              </a:ext>
            </a:extLst>
          </p:cNvPr>
          <p:cNvCxnSpPr>
            <a:cxnSpLocks/>
          </p:cNvCxnSpPr>
          <p:nvPr userDrawn="1"/>
        </p:nvCxnSpPr>
        <p:spPr>
          <a:xfrm>
            <a:off x="4429913"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xmlns="" id="{C08E1826-9545-4505-B223-4C2468E7AED3}"/>
              </a:ext>
            </a:extLst>
          </p:cNvPr>
          <p:cNvSpPr/>
          <p:nvPr userDrawn="1"/>
        </p:nvSpPr>
        <p:spPr>
          <a:xfrm>
            <a:off x="8096771"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ext Placeholder 4">
            <a:extLst>
              <a:ext uri="{FF2B5EF4-FFF2-40B4-BE49-F238E27FC236}">
                <a16:creationId xmlns:a16="http://schemas.microsoft.com/office/drawing/2014/main" xmlns="" id="{BB585001-9257-45A9-92E7-3BCA73D57E9C}"/>
              </a:ext>
            </a:extLst>
          </p:cNvPr>
          <p:cNvSpPr>
            <a:spLocks noGrp="1"/>
          </p:cNvSpPr>
          <p:nvPr>
            <p:ph type="body" sz="quarter" idx="18" hasCustomPrompt="1"/>
          </p:nvPr>
        </p:nvSpPr>
        <p:spPr>
          <a:xfrm>
            <a:off x="8096771"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5" name="Straight Connector 34">
            <a:extLst>
              <a:ext uri="{FF2B5EF4-FFF2-40B4-BE49-F238E27FC236}">
                <a16:creationId xmlns:a16="http://schemas.microsoft.com/office/drawing/2014/main" xmlns="" id="{7945B1CF-4234-4EE4-9371-9C94C1D05433}"/>
              </a:ext>
            </a:extLst>
          </p:cNvPr>
          <p:cNvCxnSpPr>
            <a:cxnSpLocks/>
          </p:cNvCxnSpPr>
          <p:nvPr userDrawn="1"/>
        </p:nvCxnSpPr>
        <p:spPr>
          <a:xfrm>
            <a:off x="8258818"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9"/>
          </p:nvPr>
        </p:nvSpPr>
        <p:spPr>
          <a:xfrm>
            <a:off x="438962" y="2019416"/>
            <a:ext cx="3658553"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0"/>
          </p:nvPr>
        </p:nvSpPr>
        <p:spPr>
          <a:xfrm>
            <a:off x="4267866" y="2019416"/>
            <a:ext cx="365855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1"/>
          </p:nvPr>
        </p:nvSpPr>
        <p:spPr>
          <a:xfrm>
            <a:off x="8096771" y="2019416"/>
            <a:ext cx="3658554"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93041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column text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1"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a:cxnSpLocks/>
          </p:cNvCxnSpPr>
          <p:nvPr userDrawn="1"/>
        </p:nvCxnSpPr>
        <p:spPr>
          <a:xfrm>
            <a:off x="548017"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xmlns="" id="{27ADBF00-25EC-4063-A5A1-A28DFBEFA8FB}"/>
              </a:ext>
            </a:extLst>
          </p:cNvPr>
          <p:cNvSpPr/>
          <p:nvPr userDrawn="1"/>
        </p:nvSpPr>
        <p:spPr>
          <a:xfrm>
            <a:off x="3311688"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5" name="Text Placeholder 4">
            <a:extLst>
              <a:ext uri="{FF2B5EF4-FFF2-40B4-BE49-F238E27FC236}">
                <a16:creationId xmlns:a16="http://schemas.microsoft.com/office/drawing/2014/main" xmlns="" id="{9782D4D5-C774-4C2F-A646-929DB1D5A813}"/>
              </a:ext>
            </a:extLst>
          </p:cNvPr>
          <p:cNvSpPr>
            <a:spLocks noGrp="1"/>
          </p:cNvSpPr>
          <p:nvPr>
            <p:ph type="body" sz="quarter" idx="16" hasCustomPrompt="1"/>
          </p:nvPr>
        </p:nvSpPr>
        <p:spPr>
          <a:xfrm>
            <a:off x="3311688"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57" name="Rectangle 56">
            <a:extLst>
              <a:ext uri="{FF2B5EF4-FFF2-40B4-BE49-F238E27FC236}">
                <a16:creationId xmlns:a16="http://schemas.microsoft.com/office/drawing/2014/main" xmlns="" id="{863DC7F1-9A08-485D-AB4F-EBA24FAD873D}"/>
              </a:ext>
            </a:extLst>
          </p:cNvPr>
          <p:cNvSpPr/>
          <p:nvPr userDrawn="1"/>
        </p:nvSpPr>
        <p:spPr>
          <a:xfrm>
            <a:off x="6184414"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9" name="Text Placeholder 4">
            <a:extLst>
              <a:ext uri="{FF2B5EF4-FFF2-40B4-BE49-F238E27FC236}">
                <a16:creationId xmlns:a16="http://schemas.microsoft.com/office/drawing/2014/main" xmlns="" id="{5BB687B2-DC0F-4085-A36C-576A4E6F0D3E}"/>
              </a:ext>
            </a:extLst>
          </p:cNvPr>
          <p:cNvSpPr>
            <a:spLocks noGrp="1"/>
          </p:cNvSpPr>
          <p:nvPr>
            <p:ph type="body" sz="quarter" idx="18" hasCustomPrompt="1"/>
          </p:nvPr>
        </p:nvSpPr>
        <p:spPr>
          <a:xfrm>
            <a:off x="6184414"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61" name="Rectangle 60">
            <a:extLst>
              <a:ext uri="{FF2B5EF4-FFF2-40B4-BE49-F238E27FC236}">
                <a16:creationId xmlns:a16="http://schemas.microsoft.com/office/drawing/2014/main" xmlns="" id="{E7FA196A-9199-4FCC-9468-1A6324910F10}"/>
              </a:ext>
            </a:extLst>
          </p:cNvPr>
          <p:cNvSpPr/>
          <p:nvPr userDrawn="1"/>
        </p:nvSpPr>
        <p:spPr>
          <a:xfrm>
            <a:off x="9057141"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3" name="Text Placeholder 4">
            <a:extLst>
              <a:ext uri="{FF2B5EF4-FFF2-40B4-BE49-F238E27FC236}">
                <a16:creationId xmlns:a16="http://schemas.microsoft.com/office/drawing/2014/main" xmlns="" id="{068DA545-6794-4A0B-B242-4603AC0E98DA}"/>
              </a:ext>
            </a:extLst>
          </p:cNvPr>
          <p:cNvSpPr>
            <a:spLocks noGrp="1"/>
          </p:cNvSpPr>
          <p:nvPr>
            <p:ph type="body" sz="quarter" idx="20" hasCustomPrompt="1"/>
          </p:nvPr>
        </p:nvSpPr>
        <p:spPr>
          <a:xfrm>
            <a:off x="9057141"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66" name="Straight Connector 65">
            <a:extLst>
              <a:ext uri="{FF2B5EF4-FFF2-40B4-BE49-F238E27FC236}">
                <a16:creationId xmlns:a16="http://schemas.microsoft.com/office/drawing/2014/main" xmlns="" id="{043053F1-B968-43EE-871F-8A29BE96FB96}"/>
              </a:ext>
            </a:extLst>
          </p:cNvPr>
          <p:cNvCxnSpPr>
            <a:cxnSpLocks/>
          </p:cNvCxnSpPr>
          <p:nvPr userDrawn="1"/>
        </p:nvCxnSpPr>
        <p:spPr>
          <a:xfrm>
            <a:off x="3420743"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xmlns="" id="{EBF23B40-1E61-4543-B8B5-9D1F8DB33C7B}"/>
              </a:ext>
            </a:extLst>
          </p:cNvPr>
          <p:cNvCxnSpPr>
            <a:cxnSpLocks/>
          </p:cNvCxnSpPr>
          <p:nvPr userDrawn="1"/>
        </p:nvCxnSpPr>
        <p:spPr>
          <a:xfrm>
            <a:off x="6293469"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xmlns="" id="{FA912EC7-D485-416D-9148-096803B58069}"/>
              </a:ext>
            </a:extLst>
          </p:cNvPr>
          <p:cNvCxnSpPr>
            <a:cxnSpLocks/>
          </p:cNvCxnSpPr>
          <p:nvPr userDrawn="1"/>
        </p:nvCxnSpPr>
        <p:spPr>
          <a:xfrm>
            <a:off x="9166196"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2019416"/>
            <a:ext cx="2698182"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3311686" y="2019416"/>
            <a:ext cx="2698185"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3"/>
          </p:nvPr>
        </p:nvSpPr>
        <p:spPr>
          <a:xfrm>
            <a:off x="6184414" y="2019417"/>
            <a:ext cx="269818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p:cNvSpPr>
            <a:spLocks noGrp="1"/>
          </p:cNvSpPr>
          <p:nvPr>
            <p:ph type="body" sz="quarter" idx="24"/>
          </p:nvPr>
        </p:nvSpPr>
        <p:spPr>
          <a:xfrm>
            <a:off x="9057458" y="2019416"/>
            <a:ext cx="2697866"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30236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grid text layout">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xmlns="" id="{E2608241-4E05-46E8-9D0E-8DBE082943F4}"/>
              </a:ext>
            </a:extLst>
          </p:cNvPr>
          <p:cNvSpPr/>
          <p:nvPr userDrawn="1"/>
        </p:nvSpPr>
        <p:spPr>
          <a:xfrm>
            <a:off x="438962"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2" name="Rectangle 31">
            <a:extLst>
              <a:ext uri="{FF2B5EF4-FFF2-40B4-BE49-F238E27FC236}">
                <a16:creationId xmlns:a16="http://schemas.microsoft.com/office/drawing/2014/main" xmlns="" id="{ED14D64C-114A-4518-B391-E06AA8DAFFD2}"/>
              </a:ext>
            </a:extLst>
          </p:cNvPr>
          <p:cNvSpPr/>
          <p:nvPr userDrawn="1"/>
        </p:nvSpPr>
        <p:spPr>
          <a:xfrm>
            <a:off x="6266733"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a:cxnSpLocks/>
          </p:cNvCxnSpPr>
          <p:nvPr userDrawn="1"/>
        </p:nvCxnSpPr>
        <p:spPr>
          <a:xfrm>
            <a:off x="617066"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xmlns="" id="{10380C48-5BEB-4A6E-9DAB-A6429A58BD37}"/>
              </a:ext>
            </a:extLst>
          </p:cNvPr>
          <p:cNvSpPr/>
          <p:nvPr userDrawn="1"/>
        </p:nvSpPr>
        <p:spPr>
          <a:xfrm>
            <a:off x="6266733"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a16="http://schemas.microsoft.com/office/drawing/2014/main" xmlns="" id="{84C5DFFB-6FF4-4318-9D0D-9CD77029DABD}"/>
              </a:ext>
            </a:extLst>
          </p:cNvPr>
          <p:cNvSpPr>
            <a:spLocks noGrp="1"/>
          </p:cNvSpPr>
          <p:nvPr>
            <p:ph type="body" sz="quarter" idx="16" hasCustomPrompt="1"/>
          </p:nvPr>
        </p:nvSpPr>
        <p:spPr>
          <a:xfrm>
            <a:off x="6266733"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a16="http://schemas.microsoft.com/office/drawing/2014/main" xmlns="" id="{D142C5A8-D7C7-4F2D-9CDF-834CB6B5513A}"/>
              </a:ext>
            </a:extLst>
          </p:cNvPr>
          <p:cNvCxnSpPr>
            <a:cxnSpLocks/>
          </p:cNvCxnSpPr>
          <p:nvPr userDrawn="1"/>
        </p:nvCxnSpPr>
        <p:spPr>
          <a:xfrm>
            <a:off x="6444837"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2" name="Text Placeholder 4">
            <a:extLst>
              <a:ext uri="{FF2B5EF4-FFF2-40B4-BE49-F238E27FC236}">
                <a16:creationId xmlns:a16="http://schemas.microsoft.com/office/drawing/2014/main" xmlns="" id="{5C66F760-3895-44D3-9634-42CF098615A8}"/>
              </a:ext>
            </a:extLst>
          </p:cNvPr>
          <p:cNvSpPr>
            <a:spLocks noGrp="1"/>
          </p:cNvSpPr>
          <p:nvPr>
            <p:ph type="body" sz="quarter" idx="18" hasCustomPrompt="1"/>
          </p:nvPr>
        </p:nvSpPr>
        <p:spPr>
          <a:xfrm>
            <a:off x="438962"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3" name="Straight Connector 22">
            <a:extLst>
              <a:ext uri="{FF2B5EF4-FFF2-40B4-BE49-F238E27FC236}">
                <a16:creationId xmlns:a16="http://schemas.microsoft.com/office/drawing/2014/main" xmlns="" id="{5290E210-1D03-48FC-908F-C4D29CCF1398}"/>
              </a:ext>
            </a:extLst>
          </p:cNvPr>
          <p:cNvCxnSpPr>
            <a:cxnSpLocks/>
          </p:cNvCxnSpPr>
          <p:nvPr userDrawn="1"/>
        </p:nvCxnSpPr>
        <p:spPr>
          <a:xfrm>
            <a:off x="617066"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5" name="Text Placeholder 4">
            <a:extLst>
              <a:ext uri="{FF2B5EF4-FFF2-40B4-BE49-F238E27FC236}">
                <a16:creationId xmlns:a16="http://schemas.microsoft.com/office/drawing/2014/main" xmlns="" id="{04F20230-7417-458C-90FE-3DF401E4D1D5}"/>
              </a:ext>
            </a:extLst>
          </p:cNvPr>
          <p:cNvSpPr>
            <a:spLocks noGrp="1"/>
          </p:cNvSpPr>
          <p:nvPr>
            <p:ph type="body" sz="quarter" idx="20" hasCustomPrompt="1"/>
          </p:nvPr>
        </p:nvSpPr>
        <p:spPr>
          <a:xfrm>
            <a:off x="6266733"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0" name="Straight Connector 29">
            <a:extLst>
              <a:ext uri="{FF2B5EF4-FFF2-40B4-BE49-F238E27FC236}">
                <a16:creationId xmlns:a16="http://schemas.microsoft.com/office/drawing/2014/main" xmlns="" id="{E85F50F5-008F-4B71-8FA6-64E17A0CF360}"/>
              </a:ext>
            </a:extLst>
          </p:cNvPr>
          <p:cNvCxnSpPr>
            <a:cxnSpLocks/>
          </p:cNvCxnSpPr>
          <p:nvPr userDrawn="1"/>
        </p:nvCxnSpPr>
        <p:spPr>
          <a:xfrm>
            <a:off x="6444837"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6266733"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3"/>
          </p:nvPr>
        </p:nvSpPr>
        <p:spPr>
          <a:xfrm>
            <a:off x="6266733" y="4500507"/>
            <a:ext cx="5487829" cy="1638272"/>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4"/>
          </p:nvPr>
        </p:nvSpPr>
        <p:spPr>
          <a:xfrm>
            <a:off x="438962" y="4505384"/>
            <a:ext cx="5487829" cy="1633395"/>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10395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 on lef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8188236" y="1409703"/>
            <a:ext cx="3564801" cy="1009033"/>
          </a:xfrm>
        </p:spPr>
        <p:txBody>
          <a:bodyPr lIns="0" tIns="0" rIns="0" bIns="0" anchor="b">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 on the right with images…</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8188236" y="2568887"/>
            <a:ext cx="3564801" cy="640080"/>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a16="http://schemas.microsoft.com/office/drawing/2014/main" xmlns="" id="{D083492D-9303-43AC-B776-BB4E216D25FC}"/>
              </a:ext>
            </a:extLst>
          </p:cNvPr>
          <p:cNvSpPr>
            <a:spLocks noGrp="1"/>
          </p:cNvSpPr>
          <p:nvPr>
            <p:ph type="body" sz="quarter" idx="13" hasCustomPrompt="1"/>
          </p:nvPr>
        </p:nvSpPr>
        <p:spPr>
          <a:xfrm>
            <a:off x="8188235" y="3302080"/>
            <a:ext cx="3567089" cy="2982173"/>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7" name="TextBox 6">
            <a:extLst>
              <a:ext uri="{FF2B5EF4-FFF2-40B4-BE49-F238E27FC236}">
                <a16:creationId xmlns:a16="http://schemas.microsoft.com/office/drawing/2014/main" xmlns="" id="{627C5B98-7084-40B5-BEB1-C88745735293}"/>
              </a:ext>
            </a:extLst>
          </p:cNvPr>
          <p:cNvSpPr txBox="1"/>
          <p:nvPr userDrawn="1"/>
        </p:nvSpPr>
        <p:spPr>
          <a:xfrm>
            <a:off x="11470597" y="6596679"/>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Avenir Roman"/>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Avenir Roman"/>
              <a:cs typeface="Avenir Roman"/>
            </a:endParaRPr>
          </a:p>
        </p:txBody>
      </p:sp>
      <p:sp>
        <p:nvSpPr>
          <p:cNvPr id="3" name="Picture Placeholder 2">
            <a:extLst>
              <a:ext uri="{FF2B5EF4-FFF2-40B4-BE49-F238E27FC236}">
                <a16:creationId xmlns:a16="http://schemas.microsoft.com/office/drawing/2014/main" xmlns="" id="{B481D2D6-D3F9-47BA-B7FD-5810A8C443CC}"/>
              </a:ext>
            </a:extLst>
          </p:cNvPr>
          <p:cNvSpPr>
            <a:spLocks noGrp="1"/>
          </p:cNvSpPr>
          <p:nvPr>
            <p:ph type="pic" sz="quarter" idx="14" hasCustomPrompt="1"/>
          </p:nvPr>
        </p:nvSpPr>
        <p:spPr>
          <a:xfrm>
            <a:off x="1" y="0"/>
            <a:ext cx="7745842" cy="6858000"/>
          </a:xfrm>
        </p:spPr>
        <p:txBody>
          <a:bodyPr tIns="914400" bIns="91440" anchor="ctr">
            <a:normAutofit/>
          </a:bodyPr>
          <a:lstStyle>
            <a:lvl1pPr marL="0" indent="0" algn="ctr">
              <a:buNone/>
              <a:defRPr sz="1800" i="0"/>
            </a:lvl1pPr>
          </a:lstStyle>
          <a:p>
            <a:r>
              <a:rPr lang="en-US" dirty="0"/>
              <a:t>Click to add picture</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1395964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raph on righ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left</a:t>
            </a:r>
          </a:p>
          <a:p>
            <a:pPr lvl="0"/>
            <a:r>
              <a:rPr lang="en-US" dirty="0"/>
              <a:t>with graphs…</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804180"/>
            <a:ext cx="2835378"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a16="http://schemas.microsoft.com/office/drawing/2014/main" xmlns="" id="{C273D64F-4619-454D-AE59-A131CB2E91E5}"/>
              </a:ext>
            </a:extLst>
          </p:cNvPr>
          <p:cNvSpPr>
            <a:spLocks noGrp="1"/>
          </p:cNvSpPr>
          <p:nvPr>
            <p:ph type="body" sz="quarter" idx="12" hasCustomPrompt="1"/>
          </p:nvPr>
        </p:nvSpPr>
        <p:spPr>
          <a:xfrm>
            <a:off x="436675" y="3418610"/>
            <a:ext cx="2835378"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a16="http://schemas.microsoft.com/office/drawing/2014/main" xmlns="" id="{E08AC9F2-845D-4282-82E8-B51C55688597}"/>
              </a:ext>
            </a:extLst>
          </p:cNvPr>
          <p:cNvSpPr>
            <a:spLocks noGrp="1"/>
          </p:cNvSpPr>
          <p:nvPr>
            <p:ph sz="quarter" idx="13" hasCustomPrompt="1"/>
          </p:nvPr>
        </p:nvSpPr>
        <p:spPr>
          <a:xfrm>
            <a:off x="4038064" y="1409700"/>
            <a:ext cx="7717260" cy="4354492"/>
          </a:xfrm>
        </p:spPr>
        <p:txBody>
          <a:bodyPr tIns="1554480" bIns="9144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29373935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ph on lef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8958632" y="1409703"/>
            <a:ext cx="2796693"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right</a:t>
            </a:r>
          </a:p>
          <a:p>
            <a:pPr lvl="0"/>
            <a:r>
              <a:rPr lang="en-US" dirty="0"/>
              <a:t>with graphs…</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8958632" y="2804180"/>
            <a:ext cx="2796693"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a16="http://schemas.microsoft.com/office/drawing/2014/main" xmlns="" id="{C273D64F-4619-454D-AE59-A131CB2E91E5}"/>
              </a:ext>
            </a:extLst>
          </p:cNvPr>
          <p:cNvSpPr>
            <a:spLocks noGrp="1"/>
          </p:cNvSpPr>
          <p:nvPr>
            <p:ph type="body" sz="quarter" idx="12" hasCustomPrompt="1"/>
          </p:nvPr>
        </p:nvSpPr>
        <p:spPr>
          <a:xfrm>
            <a:off x="8958632" y="3418610"/>
            <a:ext cx="2796693"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a16="http://schemas.microsoft.com/office/drawing/2014/main" xmlns="" id="{E08AC9F2-845D-4282-82E8-B51C55688597}"/>
              </a:ext>
            </a:extLst>
          </p:cNvPr>
          <p:cNvSpPr>
            <a:spLocks noGrp="1"/>
          </p:cNvSpPr>
          <p:nvPr>
            <p:ph sz="quarter" idx="13" hasCustomPrompt="1"/>
          </p:nvPr>
        </p:nvSpPr>
        <p:spPr>
          <a:xfrm>
            <a:off x="438962" y="1409700"/>
            <a:ext cx="7717260" cy="4354492"/>
          </a:xfrm>
        </p:spPr>
        <p:txBody>
          <a:bodyPr tIns="155448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11151629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ideo layout">
    <p:spTree>
      <p:nvGrpSpPr>
        <p:cNvPr id="1" name=""/>
        <p:cNvGrpSpPr/>
        <p:nvPr/>
      </p:nvGrpSpPr>
      <p:grpSpPr>
        <a:xfrm>
          <a:off x="0" y="0"/>
          <a:ext cx="0" cy="0"/>
          <a:chOff x="0" y="0"/>
          <a:chExt cx="0" cy="0"/>
        </a:xfrm>
      </p:grpSpPr>
      <p:sp>
        <p:nvSpPr>
          <p:cNvPr id="4" name="Media Placeholder 3">
            <a:extLst>
              <a:ext uri="{FF2B5EF4-FFF2-40B4-BE49-F238E27FC236}">
                <a16:creationId xmlns:a16="http://schemas.microsoft.com/office/drawing/2014/main" xmlns="" id="{57F838CA-1797-4E5B-8118-8D29A3E14884}"/>
              </a:ext>
            </a:extLst>
          </p:cNvPr>
          <p:cNvSpPr>
            <a:spLocks noGrp="1"/>
          </p:cNvSpPr>
          <p:nvPr>
            <p:ph type="media" sz="quarter" idx="14" hasCustomPrompt="1"/>
          </p:nvPr>
        </p:nvSpPr>
        <p:spPr>
          <a:xfrm>
            <a:off x="1" y="0"/>
            <a:ext cx="12192000" cy="6858000"/>
          </a:xfrm>
        </p:spPr>
        <p:txBody>
          <a:bodyPr tIns="731520" anchor="ctr">
            <a:normAutofit/>
          </a:bodyPr>
          <a:lstStyle>
            <a:lvl1pPr marL="0" indent="0" algn="ctr">
              <a:buNone/>
              <a:defRPr sz="1600"/>
            </a:lvl1pPr>
          </a:lstStyle>
          <a:p>
            <a:r>
              <a:rPr lang="en-US" dirty="0"/>
              <a:t>Click to add video</a:t>
            </a:r>
          </a:p>
        </p:txBody>
      </p:sp>
    </p:spTree>
    <p:extLst>
      <p:ext uri="{BB962C8B-B14F-4D97-AF65-F5344CB8AC3E}">
        <p14:creationId xmlns:p14="http://schemas.microsoft.com/office/powerpoint/2010/main" val="2198527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ngle column text layou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xmlns=""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Single column text layout</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a16="http://schemas.microsoft.com/office/drawing/2014/main" xmlns="" id="{D083492D-9303-43AC-B776-BB4E216D25FC}"/>
              </a:ext>
            </a:extLst>
          </p:cNvPr>
          <p:cNvSpPr>
            <a:spLocks noGrp="1"/>
          </p:cNvSpPr>
          <p:nvPr>
            <p:ph type="body" sz="quarter" idx="13" hasCustomPrompt="1"/>
          </p:nvPr>
        </p:nvSpPr>
        <p:spPr>
          <a:xfrm>
            <a:off x="4038064" y="1409702"/>
            <a:ext cx="7717260"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Tree>
    <p:extLst>
      <p:ext uri="{BB962C8B-B14F-4D97-AF65-F5344CB8AC3E}">
        <p14:creationId xmlns:p14="http://schemas.microsoft.com/office/powerpoint/2010/main" val="26698320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ouble column text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a16="http://schemas.microsoft.com/office/drawing/2014/main" xmlns="" id="{C273D64F-4619-454D-AE59-A131CB2E91E5}"/>
              </a:ext>
            </a:extLst>
          </p:cNvPr>
          <p:cNvSpPr>
            <a:spLocks noGrp="1"/>
          </p:cNvSpPr>
          <p:nvPr>
            <p:ph type="body" sz="quarter" idx="12" hasCustomPrompt="1"/>
          </p:nvPr>
        </p:nvSpPr>
        <p:spPr>
          <a:xfrm>
            <a:off x="403806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10" name="Text Placeholder 4">
            <a:extLst>
              <a:ext uri="{FF2B5EF4-FFF2-40B4-BE49-F238E27FC236}">
                <a16:creationId xmlns:a16="http://schemas.microsoft.com/office/drawing/2014/main" xmlns="" id="{D083492D-9303-43AC-B776-BB4E216D25FC}"/>
              </a:ext>
            </a:extLst>
          </p:cNvPr>
          <p:cNvSpPr>
            <a:spLocks noGrp="1"/>
          </p:cNvSpPr>
          <p:nvPr>
            <p:ph type="body" sz="quarter" idx="13" hasCustomPrompt="1"/>
          </p:nvPr>
        </p:nvSpPr>
        <p:spPr>
          <a:xfrm>
            <a:off x="818823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pic>
        <p:nvPicPr>
          <p:cNvPr id="12" name="Picture 11">
            <a:extLst>
              <a:ext uri="{FF2B5EF4-FFF2-40B4-BE49-F238E27FC236}">
                <a16:creationId xmlns:a16="http://schemas.microsoft.com/office/drawing/2014/main" xmlns=""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7712298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82" name="Picture 81"/>
          <p:cNvPicPr>
            <a:picLocks noChangeAspect="1"/>
          </p:cNvPicPr>
          <p:nvPr userDrawn="1"/>
        </p:nvPicPr>
        <p:blipFill rotWithShape="1">
          <a:blip r:embed="rId2" cstate="print">
            <a:alphaModFix amt="4000"/>
            <a:extLst>
              <a:ext uri="{28A0092B-C50C-407E-A947-70E740481C1C}">
                <a14:useLocalDpi xmlns:a14="http://schemas.microsoft.com/office/drawing/2010/main" val="0"/>
              </a:ext>
            </a:extLst>
          </a:blip>
          <a:srcRect/>
          <a:stretch/>
        </p:blipFill>
        <p:spPr>
          <a:xfrm>
            <a:off x="7604521" y="0"/>
            <a:ext cx="4591311" cy="6858000"/>
          </a:xfrm>
          <a:prstGeom prst="rect">
            <a:avLst/>
          </a:prstGeom>
        </p:spPr>
      </p:pic>
      <p:pic>
        <p:nvPicPr>
          <p:cNvPr id="83" name="Picture 8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216767" cy="6858000"/>
          </a:xfrm>
          <a:prstGeom prst="rect">
            <a:avLst/>
          </a:prstGeom>
        </p:spPr>
      </p:pic>
      <p:sp>
        <p:nvSpPr>
          <p:cNvPr id="55" name="Rectangle 54"/>
          <p:cNvSpPr/>
          <p:nvPr userDrawn="1"/>
        </p:nvSpPr>
        <p:spPr>
          <a:xfrm>
            <a:off x="1" y="2"/>
            <a:ext cx="12192000" cy="6486377"/>
          </a:xfrm>
          <a:prstGeom prst="rect">
            <a:avLst/>
          </a:prstGeom>
          <a:gradFill>
            <a:gsLst>
              <a:gs pos="100000">
                <a:schemeClr val="bg1">
                  <a:alpha val="0"/>
                </a:schemeClr>
              </a:gs>
              <a:gs pos="34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Rectangle 1"/>
          <p:cNvSpPr/>
          <p:nvPr userDrawn="1"/>
        </p:nvSpPr>
        <p:spPr>
          <a:xfrm>
            <a:off x="7573465" y="0"/>
            <a:ext cx="4618536" cy="6858000"/>
          </a:xfrm>
          <a:prstGeom prst="rect">
            <a:avLst/>
          </a:prstGeom>
          <a:solidFill>
            <a:srgbClr val="1B41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p:cNvSpPr txBox="1"/>
          <p:nvPr userDrawn="1"/>
        </p:nvSpPr>
        <p:spPr>
          <a:xfrm>
            <a:off x="7775369"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Infogain Corporation, HQ</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485 Alberto Way</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100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Los Gatos, CA 95032</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408-355-6000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9" name="TextBox 8"/>
          <p:cNvSpPr txBox="1"/>
          <p:nvPr userDrawn="1"/>
        </p:nvSpPr>
        <p:spPr>
          <a:xfrm>
            <a:off x="7775371" y="283434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111 W. Anderson Lane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E336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 TX 78752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512-212-4070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0" name="TextBox 9"/>
          <p:cNvSpPr txBox="1"/>
          <p:nvPr userDrawn="1"/>
        </p:nvSpPr>
        <p:spPr>
          <a:xfrm>
            <a:off x="9921983"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A-16 &amp; 21, Sector 60</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Gautam Budh Nagar </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 – 201 301, India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12 0244 5144</a:t>
            </a:r>
          </a:p>
        </p:txBody>
      </p:sp>
      <p:sp>
        <p:nvSpPr>
          <p:cNvPr id="11" name="TextBox 10"/>
          <p:cNvSpPr txBox="1"/>
          <p:nvPr userDrawn="1"/>
        </p:nvSpPr>
        <p:spPr>
          <a:xfrm>
            <a:off x="9909581" y="1760105"/>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Unit No. 74, 2</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nd</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Floor, SDF 3</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SEEPZ, Andheri East</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 – 400 096,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22 6114 6969</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2" name="TextBox 11"/>
          <p:cNvSpPr txBox="1"/>
          <p:nvPr userDrawn="1"/>
        </p:nvSpPr>
        <p:spPr>
          <a:xfrm>
            <a:off x="7775370" y="176166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41 Corporate Park</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390</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 CA 92606</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949-223-5100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3" name="TextBox 12"/>
          <p:cNvSpPr txBox="1"/>
          <p:nvPr userDrawn="1"/>
        </p:nvSpPr>
        <p:spPr>
          <a:xfrm>
            <a:off x="9879784" y="2832222"/>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#7, 18th Main Road, 7th Block</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err="1">
                <a:ln>
                  <a:noFill/>
                </a:ln>
                <a:solidFill>
                  <a:srgbClr val="FFFFFF"/>
                </a:solidFill>
                <a:effectLst/>
                <a:uLnTx/>
                <a:uFillTx/>
                <a:latin typeface="Avenir Roman" panose="020B0503020203020204"/>
                <a:ea typeface="Lato" charset="0"/>
                <a:cs typeface="Lato" charset="0"/>
              </a:rPr>
              <a:t>Koramangala</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 - 560 095,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80 4110 4560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6" name="TextBox 35"/>
          <p:cNvSpPr txBox="1"/>
          <p:nvPr userDrawn="1"/>
        </p:nvSpPr>
        <p:spPr>
          <a:xfrm>
            <a:off x="7775369" y="4976456"/>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Millbank Tower, Citibase 21-24 Millbank, office no 1.7</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 SW1P 4DP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+44 (0)20 3355 7594</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7" name="TextBox 36"/>
          <p:cNvSpPr txBox="1"/>
          <p:nvPr userDrawn="1"/>
        </p:nvSpPr>
        <p:spPr>
          <a:xfrm>
            <a:off x="9909581" y="3904340"/>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a:t>
            </a:r>
            <a:endPar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Office No. 255, Building No. 17 Dubai Internet City</a:t>
            </a:r>
            <a:b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UAE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+971-4-458-7336</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6" name="TextBox 55"/>
          <p:cNvSpPr txBox="1"/>
          <p:nvPr userDrawn="1"/>
        </p:nvSpPr>
        <p:spPr>
          <a:xfrm>
            <a:off x="7775370" y="3908673"/>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21410 North 19</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th</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Ave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114</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 AZ 85027</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602-455-1860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7" name="TextBox 56"/>
          <p:cNvSpPr txBox="1"/>
          <p:nvPr userDrawn="1"/>
        </p:nvSpPr>
        <p:spPr>
          <a:xfrm>
            <a:off x="9879784" y="4976456"/>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144 Robinson Road, #13-01 Robinson Square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 068908</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+65 62741455</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pic>
        <p:nvPicPr>
          <p:cNvPr id="5" name="Picture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1732" y="4529860"/>
            <a:ext cx="2648305" cy="1076706"/>
          </a:xfrm>
          <a:prstGeom prst="rect">
            <a:avLst/>
          </a:prstGeom>
        </p:spPr>
      </p:pic>
      <p:sp>
        <p:nvSpPr>
          <p:cNvPr id="85" name="TextBox 84">
            <a:extLst>
              <a:ext uri="{FF2B5EF4-FFF2-40B4-BE49-F238E27FC236}">
                <a16:creationId xmlns:a16="http://schemas.microsoft.com/office/drawing/2014/main" xmlns="" id="{3230B90F-242E-4EDF-94F3-70B9791F7EF3}"/>
              </a:ext>
            </a:extLst>
          </p:cNvPr>
          <p:cNvSpPr txBox="1"/>
          <p:nvPr userDrawn="1"/>
        </p:nvSpPr>
        <p:spPr>
          <a:xfrm>
            <a:off x="11511853" y="6569254"/>
            <a:ext cx="325815" cy="230832"/>
          </a:xfrm>
          <a:prstGeom prst="rect">
            <a:avLst/>
          </a:prstGeom>
        </p:spPr>
        <p:txBody>
          <a:bodyPr wrap="none">
            <a:spAutoFit/>
          </a:bodyPr>
          <a:lstStyle>
            <a:defPPr>
              <a:defRPr lang="en-US"/>
            </a:defPPr>
            <a:lvl1pPr>
              <a:defRPr sz="900">
                <a:solidFill>
                  <a:prstClr val="white">
                    <a:lumMod val="50000"/>
                  </a:prstClr>
                </a:solidFill>
                <a:latin typeface="Avenir Roman"/>
                <a:cs typeface="Avenir Roman"/>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32B1299-5D1F-4CF7-9AC0-55CF30817FA5}" type="slidenum">
              <a:rPr kumimoji="0" lang="en-US" sz="900" b="0" i="0" u="none" strike="noStrike" kern="1200" cap="none" spc="0" normalizeH="0" baseline="0" noProof="0" smtClean="0">
                <a:ln>
                  <a:noFill/>
                </a:ln>
                <a:solidFill>
                  <a:prstClr val="white">
                    <a:lumMod val="50000"/>
                  </a:prstClr>
                </a:solidFill>
                <a:effectLst/>
                <a:uLnTx/>
                <a:uFillTx/>
                <a:latin typeface="Avenir Roman"/>
                <a:ea typeface="+mn-ea"/>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lumMod val="50000"/>
                </a:prstClr>
              </a:solidFill>
              <a:effectLst/>
              <a:uLnTx/>
              <a:uFillTx/>
              <a:latin typeface="Avenir Roman"/>
              <a:ea typeface="+mn-ea"/>
            </a:endParaRPr>
          </a:p>
        </p:txBody>
      </p:sp>
      <p:grpSp>
        <p:nvGrpSpPr>
          <p:cNvPr id="84" name="Group 83"/>
          <p:cNvGrpSpPr/>
          <p:nvPr userDrawn="1"/>
        </p:nvGrpSpPr>
        <p:grpSpPr>
          <a:xfrm>
            <a:off x="311395" y="493922"/>
            <a:ext cx="7115217" cy="3544058"/>
            <a:chOff x="415233" y="658562"/>
            <a:chExt cx="9487883" cy="4725411"/>
          </a:xfrm>
        </p:grpSpPr>
        <p:pic>
          <p:nvPicPr>
            <p:cNvPr id="86" name="Picture 85"/>
            <p:cNvPicPr>
              <a:picLocks noChangeAspect="1"/>
            </p:cNvPicPr>
            <p:nvPr userDrawn="1"/>
          </p:nvPicPr>
          <p:blipFill>
            <a:blip r:embed="rId5">
              <a:alphaModFix amt="60000"/>
              <a:extLst>
                <a:ext uri="{28A0092B-C50C-407E-A947-70E740481C1C}">
                  <a14:useLocalDpi xmlns:a14="http://schemas.microsoft.com/office/drawing/2010/main" val="0"/>
                </a:ext>
              </a:extLst>
            </a:blip>
            <a:stretch>
              <a:fillRect/>
            </a:stretch>
          </p:blipFill>
          <p:spPr>
            <a:xfrm>
              <a:off x="415233" y="658562"/>
              <a:ext cx="9487883" cy="4725411"/>
            </a:xfrm>
            <a:prstGeom prst="trapezoid">
              <a:avLst>
                <a:gd name="adj" fmla="val 0"/>
              </a:avLst>
            </a:prstGeom>
          </p:spPr>
        </p:pic>
        <p:grpSp>
          <p:nvGrpSpPr>
            <p:cNvPr id="87" name="Group 86"/>
            <p:cNvGrpSpPr/>
            <p:nvPr userDrawn="1"/>
          </p:nvGrpSpPr>
          <p:grpSpPr>
            <a:xfrm>
              <a:off x="1674327" y="2274851"/>
              <a:ext cx="188768" cy="361833"/>
              <a:chOff x="-1994126" y="1399268"/>
              <a:chExt cx="525462" cy="985838"/>
            </a:xfrm>
          </p:grpSpPr>
          <p:sp>
            <p:nvSpPr>
              <p:cNvPr id="115" name="Freeform 5"/>
              <p:cNvSpPr>
                <a:spLocks/>
              </p:cNvSpPr>
              <p:nvPr/>
            </p:nvSpPr>
            <p:spPr bwMode="auto">
              <a:xfrm>
                <a:off x="-1994126" y="1399268"/>
                <a:ext cx="525462" cy="985838"/>
              </a:xfrm>
              <a:custGeom>
                <a:avLst/>
                <a:gdLst>
                  <a:gd name="T0" fmla="*/ 140 w 140"/>
                  <a:gd name="T1" fmla="*/ 70 h 262"/>
                  <a:gd name="T2" fmla="*/ 136 w 140"/>
                  <a:gd name="T3" fmla="*/ 95 h 262"/>
                  <a:gd name="T4" fmla="*/ 66 w 140"/>
                  <a:gd name="T5" fmla="*/ 262 h 262"/>
                  <a:gd name="T6" fmla="*/ 4 w 140"/>
                  <a:gd name="T7" fmla="*/ 92 h 262"/>
                  <a:gd name="T8" fmla="*/ 0 w 140"/>
                  <a:gd name="T9" fmla="*/ 70 h 262"/>
                  <a:gd name="T10" fmla="*/ 70 w 140"/>
                  <a:gd name="T11" fmla="*/ 0 h 262"/>
                  <a:gd name="T12" fmla="*/ 140 w 140"/>
                  <a:gd name="T13" fmla="*/ 70 h 262"/>
                </a:gdLst>
                <a:ahLst/>
                <a:cxnLst>
                  <a:cxn ang="0">
                    <a:pos x="T0" y="T1"/>
                  </a:cxn>
                  <a:cxn ang="0">
                    <a:pos x="T2" y="T3"/>
                  </a:cxn>
                  <a:cxn ang="0">
                    <a:pos x="T4" y="T5"/>
                  </a:cxn>
                  <a:cxn ang="0">
                    <a:pos x="T6" y="T7"/>
                  </a:cxn>
                  <a:cxn ang="0">
                    <a:pos x="T8" y="T9"/>
                  </a:cxn>
                  <a:cxn ang="0">
                    <a:pos x="T10" y="T11"/>
                  </a:cxn>
                  <a:cxn ang="0">
                    <a:pos x="T12" y="T13"/>
                  </a:cxn>
                </a:cxnLst>
                <a:rect l="0" t="0" r="r" b="b"/>
                <a:pathLst>
                  <a:path w="140" h="262">
                    <a:moveTo>
                      <a:pt x="140" y="70"/>
                    </a:moveTo>
                    <a:cubicBezTo>
                      <a:pt x="140" y="79"/>
                      <a:pt x="139" y="87"/>
                      <a:pt x="136" y="95"/>
                    </a:cubicBezTo>
                    <a:cubicBezTo>
                      <a:pt x="127" y="122"/>
                      <a:pt x="66" y="262"/>
                      <a:pt x="66" y="262"/>
                    </a:cubicBezTo>
                    <a:cubicBezTo>
                      <a:pt x="66" y="262"/>
                      <a:pt x="9" y="109"/>
                      <a:pt x="4" y="92"/>
                    </a:cubicBezTo>
                    <a:cubicBezTo>
                      <a:pt x="2" y="85"/>
                      <a:pt x="0" y="78"/>
                      <a:pt x="0" y="70"/>
                    </a:cubicBezTo>
                    <a:cubicBezTo>
                      <a:pt x="0" y="31"/>
                      <a:pt x="32" y="0"/>
                      <a:pt x="70" y="0"/>
                    </a:cubicBezTo>
                    <a:cubicBezTo>
                      <a:pt x="109" y="0"/>
                      <a:pt x="140" y="31"/>
                      <a:pt x="140" y="70"/>
                    </a:cubicBezTo>
                    <a:close/>
                  </a:path>
                </a:pathLst>
              </a:custGeom>
              <a:solidFill>
                <a:srgbClr val="E15D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6" name="Oval 6"/>
              <p:cNvSpPr>
                <a:spLocks noChangeArrowheads="1"/>
              </p:cNvSpPr>
              <p:nvPr/>
            </p:nvSpPr>
            <p:spPr bwMode="auto">
              <a:xfrm>
                <a:off x="-1863952" y="1531031"/>
                <a:ext cx="268287" cy="2667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8" name="Group 87"/>
            <p:cNvGrpSpPr/>
            <p:nvPr userDrawn="1"/>
          </p:nvGrpSpPr>
          <p:grpSpPr>
            <a:xfrm>
              <a:off x="1740462" y="2443835"/>
              <a:ext cx="187035" cy="360245"/>
              <a:chOff x="1387249" y="1191305"/>
              <a:chExt cx="525462" cy="990600"/>
            </a:xfrm>
          </p:grpSpPr>
          <p:sp>
            <p:nvSpPr>
              <p:cNvPr id="11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EBB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9" name="Group 88"/>
            <p:cNvGrpSpPr/>
            <p:nvPr userDrawn="1"/>
          </p:nvGrpSpPr>
          <p:grpSpPr>
            <a:xfrm>
              <a:off x="2235524" y="2500361"/>
              <a:ext cx="187035" cy="360245"/>
              <a:chOff x="1086061" y="1463637"/>
              <a:chExt cx="525462" cy="990599"/>
            </a:xfrm>
          </p:grpSpPr>
          <p:sp>
            <p:nvSpPr>
              <p:cNvPr id="111" name="Freeform 11"/>
              <p:cNvSpPr>
                <a:spLocks/>
              </p:cNvSpPr>
              <p:nvPr/>
            </p:nvSpPr>
            <p:spPr bwMode="auto">
              <a:xfrm>
                <a:off x="1086061" y="1463637"/>
                <a:ext cx="525462" cy="990599"/>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1B41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2" name="Oval 12"/>
              <p:cNvSpPr>
                <a:spLocks noChangeArrowheads="1"/>
              </p:cNvSpPr>
              <p:nvPr/>
            </p:nvSpPr>
            <p:spPr bwMode="auto">
              <a:xfrm>
                <a:off x="1217823" y="1595401"/>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0" name="Group 89"/>
            <p:cNvGrpSpPr/>
            <p:nvPr userDrawn="1"/>
          </p:nvGrpSpPr>
          <p:grpSpPr>
            <a:xfrm>
              <a:off x="6224559" y="2767033"/>
              <a:ext cx="187035" cy="360245"/>
              <a:chOff x="2073854" y="1134222"/>
              <a:chExt cx="525462" cy="990600"/>
            </a:xfrm>
          </p:grpSpPr>
          <p:sp>
            <p:nvSpPr>
              <p:cNvPr id="109" name="Freeform 11"/>
              <p:cNvSpPr>
                <a:spLocks/>
              </p:cNvSpPr>
              <p:nvPr/>
            </p:nvSpPr>
            <p:spPr bwMode="auto">
              <a:xfrm>
                <a:off x="2073854" y="1134222"/>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0" name="Oval 12"/>
              <p:cNvSpPr>
                <a:spLocks noChangeArrowheads="1"/>
              </p:cNvSpPr>
              <p:nvPr/>
            </p:nvSpPr>
            <p:spPr bwMode="auto">
              <a:xfrm>
                <a:off x="2205616" y="1265984"/>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1" name="Group 90"/>
            <p:cNvGrpSpPr/>
            <p:nvPr userDrawn="1"/>
          </p:nvGrpSpPr>
          <p:grpSpPr>
            <a:xfrm>
              <a:off x="6857006" y="2767033"/>
              <a:ext cx="187035" cy="360245"/>
              <a:chOff x="1387249" y="1191305"/>
              <a:chExt cx="525462" cy="990600"/>
            </a:xfrm>
          </p:grpSpPr>
          <p:sp>
            <p:nvSpPr>
              <p:cNvPr id="10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2" name="Group 91"/>
            <p:cNvGrpSpPr/>
            <p:nvPr userDrawn="1"/>
          </p:nvGrpSpPr>
          <p:grpSpPr>
            <a:xfrm>
              <a:off x="6775924" y="2916688"/>
              <a:ext cx="187035" cy="360245"/>
              <a:chOff x="1387249" y="1191305"/>
              <a:chExt cx="525462" cy="990600"/>
            </a:xfrm>
          </p:grpSpPr>
          <p:sp>
            <p:nvSpPr>
              <p:cNvPr id="105"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9A535">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6"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3" name="Group 92"/>
            <p:cNvGrpSpPr/>
            <p:nvPr userDrawn="1"/>
          </p:nvGrpSpPr>
          <p:grpSpPr>
            <a:xfrm>
              <a:off x="4713704" y="1743233"/>
              <a:ext cx="187035" cy="360245"/>
              <a:chOff x="1387249" y="1191305"/>
              <a:chExt cx="525462" cy="990600"/>
            </a:xfrm>
          </p:grpSpPr>
          <p:sp>
            <p:nvSpPr>
              <p:cNvPr id="10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703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4" name="Group 93"/>
            <p:cNvGrpSpPr/>
            <p:nvPr userDrawn="1"/>
          </p:nvGrpSpPr>
          <p:grpSpPr>
            <a:xfrm>
              <a:off x="7562750" y="3424057"/>
              <a:ext cx="187035" cy="360245"/>
              <a:chOff x="1387249" y="1191305"/>
              <a:chExt cx="525462" cy="990600"/>
            </a:xfrm>
          </p:grpSpPr>
          <p:sp>
            <p:nvSpPr>
              <p:cNvPr id="101"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2"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5" name="Group 94"/>
            <p:cNvGrpSpPr/>
            <p:nvPr userDrawn="1"/>
          </p:nvGrpSpPr>
          <p:grpSpPr>
            <a:xfrm>
              <a:off x="6843791" y="2905166"/>
              <a:ext cx="187035" cy="360245"/>
              <a:chOff x="1387249" y="1191305"/>
              <a:chExt cx="525462" cy="990600"/>
            </a:xfrm>
          </p:grpSpPr>
          <p:sp>
            <p:nvSpPr>
              <p:cNvPr id="99"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0"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6" name="Group 95"/>
            <p:cNvGrpSpPr/>
            <p:nvPr userDrawn="1"/>
          </p:nvGrpSpPr>
          <p:grpSpPr>
            <a:xfrm>
              <a:off x="6857005" y="3004321"/>
              <a:ext cx="187035" cy="360245"/>
              <a:chOff x="1387249" y="1191305"/>
              <a:chExt cx="525462" cy="990600"/>
            </a:xfrm>
          </p:grpSpPr>
          <p:sp>
            <p:nvSpPr>
              <p:cNvPr id="9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9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sp>
        <p:nvSpPr>
          <p:cNvPr id="135" name="TextBox 134"/>
          <p:cNvSpPr txBox="1"/>
          <p:nvPr userDrawn="1"/>
        </p:nvSpPr>
        <p:spPr>
          <a:xfrm>
            <a:off x="3898270" y="4596825"/>
            <a:ext cx="1172834" cy="210965"/>
          </a:xfrm>
          <a:prstGeom prst="rect">
            <a:avLst/>
          </a:prstGeom>
        </p:spPr>
        <p:txBody>
          <a:bodyPr vert="horz" wrap="none" lIns="76065" tIns="38032" rIns="76065" bIns="38032" rtlCol="0" anchor="ctr">
            <a:noAutofit/>
          </a:bodyPr>
          <a:lstStyle/>
          <a:p>
            <a:pPr algn="l"/>
            <a:r>
              <a:rPr lang="en-IN" sz="1331" b="0" i="0" dirty="0">
                <a:solidFill>
                  <a:srgbClr val="1B417B"/>
                </a:solidFill>
                <a:latin typeface="Avenir Roman" panose="020B0503020203020204"/>
                <a:ea typeface="Lato" charset="0"/>
                <a:cs typeface="Lato" charset="0"/>
              </a:rPr>
              <a:t>Contact :</a:t>
            </a:r>
          </a:p>
        </p:txBody>
      </p:sp>
      <p:cxnSp>
        <p:nvCxnSpPr>
          <p:cNvPr id="136" name="Straight Connector 135"/>
          <p:cNvCxnSpPr/>
          <p:nvPr userDrawn="1"/>
        </p:nvCxnSpPr>
        <p:spPr>
          <a:xfrm>
            <a:off x="3898269" y="5302574"/>
            <a:ext cx="2740078" cy="0"/>
          </a:xfrm>
          <a:prstGeom prst="line">
            <a:avLst/>
          </a:prstGeom>
          <a:ln w="12700">
            <a:solidFill>
              <a:srgbClr val="1B417B"/>
            </a:solidFill>
            <a:prstDash val="solid"/>
          </a:ln>
        </p:spPr>
        <p:style>
          <a:lnRef idx="1">
            <a:schemeClr val="dk1"/>
          </a:lnRef>
          <a:fillRef idx="0">
            <a:schemeClr val="dk1"/>
          </a:fillRef>
          <a:effectRef idx="0">
            <a:schemeClr val="dk1"/>
          </a:effectRef>
          <a:fontRef idx="minor">
            <a:schemeClr val="tx1"/>
          </a:fontRef>
        </p:style>
      </p:cxnSp>
      <p:sp>
        <p:nvSpPr>
          <p:cNvPr id="137" name="Text Placeholder 23"/>
          <p:cNvSpPr>
            <a:spLocks noGrp="1"/>
          </p:cNvSpPr>
          <p:nvPr>
            <p:ph type="body" sz="quarter" idx="13"/>
          </p:nvPr>
        </p:nvSpPr>
        <p:spPr>
          <a:xfrm>
            <a:off x="3898269" y="4899493"/>
            <a:ext cx="2740078" cy="339328"/>
          </a:xfrm>
          <a:prstGeom prst="rect">
            <a:avLst/>
          </a:prstGeom>
        </p:spPr>
        <p:txBody>
          <a:bodyPr/>
          <a:lstStyle>
            <a:lvl1pPr marL="0" indent="0">
              <a:buNone/>
              <a:defRPr sz="1499" b="1" i="0">
                <a:solidFill>
                  <a:srgbClr val="1B417B"/>
                </a:solidFill>
                <a:latin typeface="Avenir Roman" panose="020B0503020203020204"/>
                <a:ea typeface="Avenir Roman" panose="020B0503020203020204"/>
                <a:cs typeface="Avenir Roman" panose="020B0503020203020204"/>
              </a:defRPr>
            </a:lvl1pPr>
            <a:lvl2pPr marL="457006" indent="0">
              <a:buNone/>
              <a:defRPr sz="1200"/>
            </a:lvl2pPr>
            <a:lvl3pPr marL="914012" indent="0">
              <a:buNone/>
              <a:defRPr sz="1050"/>
            </a:lvl3pPr>
            <a:lvl4pPr marL="1371018" indent="0">
              <a:buNone/>
              <a:defRPr sz="900"/>
            </a:lvl4pPr>
            <a:lvl5pPr marL="1828023" indent="0">
              <a:buNone/>
              <a:defRPr sz="900"/>
            </a:lvl5pPr>
          </a:lstStyle>
          <a:p>
            <a:pPr lvl="0"/>
            <a:r>
              <a:rPr lang="en-US" dirty="0"/>
              <a:t>Click to edit Master text styles</a:t>
            </a:r>
          </a:p>
        </p:txBody>
      </p:sp>
      <p:sp>
        <p:nvSpPr>
          <p:cNvPr id="138" name="Text Placeholder 27"/>
          <p:cNvSpPr>
            <a:spLocks noGrp="1"/>
          </p:cNvSpPr>
          <p:nvPr>
            <p:ph type="body" sz="quarter" idx="15" hasCustomPrompt="1"/>
          </p:nvPr>
        </p:nvSpPr>
        <p:spPr>
          <a:xfrm>
            <a:off x="3898712" y="5414817"/>
            <a:ext cx="2739635" cy="741760"/>
          </a:xfrm>
          <a:prstGeom prst="rect">
            <a:avLst/>
          </a:prstGeom>
        </p:spPr>
        <p:txBody>
          <a:bodyPr/>
          <a:lstStyle>
            <a:lvl1pPr marL="0" indent="0">
              <a:lnSpc>
                <a:spcPct val="100000"/>
              </a:lnSpc>
              <a:spcAft>
                <a:spcPts val="1349"/>
              </a:spcAft>
              <a:buNone/>
              <a:defRPr sz="1349" baseline="0">
                <a:solidFill>
                  <a:srgbClr val="1B417B"/>
                </a:solidFill>
                <a:latin typeface="Avenir Roman" panose="020B0503020203020204"/>
              </a:defRPr>
            </a:lvl1pPr>
            <a:lvl2pPr marL="457006" indent="0">
              <a:buNone/>
              <a:defRPr sz="1349">
                <a:solidFill>
                  <a:schemeClr val="bg1"/>
                </a:solidFill>
              </a:defRPr>
            </a:lvl2pPr>
            <a:lvl3pPr marL="914012" indent="0">
              <a:buNone/>
              <a:defRPr sz="1200">
                <a:solidFill>
                  <a:schemeClr val="bg1"/>
                </a:solidFill>
              </a:defRPr>
            </a:lvl3pPr>
            <a:lvl4pPr marL="1371018" indent="0">
              <a:buNone/>
              <a:defRPr sz="1050">
                <a:solidFill>
                  <a:schemeClr val="bg1"/>
                </a:solidFill>
              </a:defRPr>
            </a:lvl4pPr>
            <a:lvl5pPr marL="1828023" indent="0">
              <a:buNone/>
              <a:defRPr sz="1050">
                <a:solidFill>
                  <a:schemeClr val="bg1"/>
                </a:solidFill>
              </a:defRPr>
            </a:lvl5pPr>
          </a:lstStyle>
          <a:p>
            <a:pPr lvl="0"/>
            <a:r>
              <a:rPr lang="en-US" dirty="0"/>
              <a:t>Designation, </a:t>
            </a:r>
            <a:br>
              <a:rPr lang="en-US" dirty="0"/>
            </a:br>
            <a:r>
              <a:rPr lang="en-US" dirty="0"/>
              <a:t>Email address</a:t>
            </a:r>
          </a:p>
        </p:txBody>
      </p:sp>
    </p:spTree>
    <p:extLst>
      <p:ext uri="{BB962C8B-B14F-4D97-AF65-F5344CB8AC3E}">
        <p14:creationId xmlns:p14="http://schemas.microsoft.com/office/powerpoint/2010/main" val="34120366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pic>
        <p:nvPicPr>
          <p:cNvPr id="11" name="Content Placeholder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524"/>
            <a:ext cx="12188950" cy="6857999"/>
          </a:xfrm>
          <a:prstGeom prst="rect">
            <a:avLst/>
          </a:prstGeom>
        </p:spPr>
      </p:pic>
      <p:sp>
        <p:nvSpPr>
          <p:cNvPr id="8" name="Rectangle 7"/>
          <p:cNvSpPr/>
          <p:nvPr userDrawn="1"/>
        </p:nvSpPr>
        <p:spPr>
          <a:xfrm>
            <a:off x="11484429" y="6565557"/>
            <a:ext cx="276260" cy="292443"/>
          </a:xfrm>
          <a:prstGeom prst="rect">
            <a:avLst/>
          </a:prstGeom>
          <a:solidFill>
            <a:srgbClr val="26A8DF"/>
          </a:solidFill>
          <a:ln>
            <a:noFill/>
          </a:ln>
          <a:effectLst>
            <a:outerShdw blurRad="50800" dist="38100" dir="162000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0F1269E9-5B8B-4D8F-B9F6-F90DDC202404}" type="slidenum">
              <a:rPr lang="en-US" sz="1000" smtClean="0"/>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1100" dirty="0"/>
          </a:p>
        </p:txBody>
      </p:sp>
      <p:sp>
        <p:nvSpPr>
          <p:cNvPr id="2" name="Title 1"/>
          <p:cNvSpPr>
            <a:spLocks noGrp="1"/>
          </p:cNvSpPr>
          <p:nvPr>
            <p:ph type="title"/>
          </p:nvPr>
        </p:nvSpPr>
        <p:spPr>
          <a:xfrm>
            <a:off x="224588" y="1"/>
            <a:ext cx="9986211" cy="1002632"/>
          </a:xfrm>
        </p:spPr>
        <p:txBody>
          <a:bodyPr>
            <a:normAutofit/>
          </a:bodyPr>
          <a:lstStyle>
            <a:lvl1pPr>
              <a:defRPr sz="3200">
                <a:solidFill>
                  <a:srgbClr val="27AAE2"/>
                </a:solidFill>
                <a:latin typeface="+mj-lt"/>
              </a:defRPr>
            </a:lvl1pPr>
          </a:lstStyle>
          <a:p>
            <a:r>
              <a:rPr lang="en-US" dirty="0"/>
              <a:t>Click to edit Master title style</a:t>
            </a:r>
          </a:p>
        </p:txBody>
      </p:sp>
      <p:sp>
        <p:nvSpPr>
          <p:cNvPr id="3" name="Content Placeholder 2"/>
          <p:cNvSpPr>
            <a:spLocks noGrp="1"/>
          </p:cNvSpPr>
          <p:nvPr>
            <p:ph idx="1"/>
          </p:nvPr>
        </p:nvSpPr>
        <p:spPr>
          <a:xfrm>
            <a:off x="224587" y="1167898"/>
            <a:ext cx="11606465" cy="5051927"/>
          </a:xfrm>
        </p:spPr>
        <p:txBody>
          <a:bodyPr>
            <a:normAutofit/>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pic>
        <p:nvPicPr>
          <p:cNvPr id="9" name="Picture 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368842" y="299372"/>
            <a:ext cx="1391847" cy="435398"/>
          </a:xfrm>
          <a:prstGeom prst="rect">
            <a:avLst/>
          </a:prstGeom>
        </p:spPr>
      </p:pic>
      <p:sp>
        <p:nvSpPr>
          <p:cNvPr id="12" name="TextBox 11"/>
          <p:cNvSpPr txBox="1"/>
          <p:nvPr userDrawn="1"/>
        </p:nvSpPr>
        <p:spPr>
          <a:xfrm>
            <a:off x="10451136" y="683192"/>
            <a:ext cx="1391871" cy="405555"/>
          </a:xfrm>
          <a:prstGeom prst="rect">
            <a:avLst/>
          </a:prstGeom>
          <a:noFill/>
        </p:spPr>
        <p:txBody>
          <a:bodyPr wrap="square" rtlCol="0">
            <a:spAutoFit/>
          </a:bodyPr>
          <a:lstStyle/>
          <a:p>
            <a:r>
              <a:rPr lang="en-IN" sz="1200" dirty="0">
                <a:hlinkClick r:id="rId4"/>
              </a:rPr>
              <a:t>www.infogain.com</a:t>
            </a:r>
            <a:endParaRPr lang="en-IN" sz="1200" dirty="0"/>
          </a:p>
        </p:txBody>
      </p:sp>
    </p:spTree>
    <p:extLst>
      <p:ext uri="{BB962C8B-B14F-4D97-AF65-F5344CB8AC3E}">
        <p14:creationId xmlns:p14="http://schemas.microsoft.com/office/powerpoint/2010/main" val="42870992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Title Slide v1">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xmlns=""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2999539" cy="230832"/>
          </a:xfrm>
          <a:prstGeom prst="rect">
            <a:avLst/>
          </a:prstGeom>
        </p:spPr>
        <p:txBody>
          <a:bodyPr wrap="none">
            <a:spAutoFit/>
          </a:bodyPr>
          <a:lstStyle/>
          <a:p>
            <a:r>
              <a:rPr lang="en-US" sz="900" dirty="0">
                <a:solidFill>
                  <a:srgbClr val="FFFFFF"/>
                </a:solidFill>
                <a:latin typeface="Avenir Roman"/>
                <a:cs typeface="Avenir Roman"/>
              </a:rPr>
              <a:t>Copyright © 2025 Infogain Corporation. All Rights Reserved.</a:t>
            </a:r>
          </a:p>
        </p:txBody>
      </p:sp>
      <p:sp>
        <p:nvSpPr>
          <p:cNvPr id="19" name="Oval 18">
            <a:extLst>
              <a:ext uri="{FF2B5EF4-FFF2-40B4-BE49-F238E27FC236}">
                <a16:creationId xmlns:a16="http://schemas.microsoft.com/office/drawing/2014/main" xmlns="" id="{98855B5B-E925-44AD-9009-DE309257938B}"/>
              </a:ext>
            </a:extLst>
          </p:cNvPr>
          <p:cNvSpPr/>
          <p:nvPr userDrawn="1"/>
        </p:nvSpPr>
        <p:spPr>
          <a:xfrm>
            <a:off x="3772818"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3771136"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5136825"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25" name="Picture Placeholder 19">
            <a:extLst>
              <a:ext uri="{FF2B5EF4-FFF2-40B4-BE49-F238E27FC236}">
                <a16:creationId xmlns:a16="http://schemas.microsoft.com/office/drawing/2014/main" xmlns="" id="{BBB6AD79-4BB3-4B00-81E0-23A147A8722D}"/>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pic>
        <p:nvPicPr>
          <p:cNvPr id="16" name="Picture Placeholder 2">
            <a:extLst>
              <a:ext uri="{FF2B5EF4-FFF2-40B4-BE49-F238E27FC236}">
                <a16:creationId xmlns:a16="http://schemas.microsoft.com/office/drawing/2014/main" xmlns="" id="{0722218A-F86B-4F46-ABF3-1D0489C8A00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9" name="Oval 8">
            <a:extLst>
              <a:ext uri="{FF2B5EF4-FFF2-40B4-BE49-F238E27FC236}">
                <a16:creationId xmlns:a16="http://schemas.microsoft.com/office/drawing/2014/main" xmlns="" id="{2F733201-123D-4DC2-BB6D-555400B61DAF}"/>
              </a:ext>
            </a:extLst>
          </p:cNvPr>
          <p:cNvSpPr/>
          <p:nvPr userDrawn="1"/>
        </p:nvSpPr>
        <p:spPr>
          <a:xfrm>
            <a:off x="6634200"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70157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8962" y="245863"/>
            <a:ext cx="9050409" cy="315704"/>
          </a:xfrm>
          <a:prstGeom prst="rect">
            <a:avLst/>
          </a:prstGeom>
        </p:spPr>
        <p:txBody>
          <a:bodyPr vert="horz" wrap="square" lIns="0" tIns="0" rIns="0" bIns="0" rtlCol="0" anchor="b">
            <a:noAutofit/>
          </a:bodyPr>
          <a:lstStyle/>
          <a:p>
            <a:r>
              <a:rPr lang="en-US" dirty="0"/>
              <a:t>SECTION HEADING</a:t>
            </a:r>
          </a:p>
        </p:txBody>
      </p:sp>
      <p:sp>
        <p:nvSpPr>
          <p:cNvPr id="3" name="Text Placeholder 2"/>
          <p:cNvSpPr>
            <a:spLocks noGrp="1"/>
          </p:cNvSpPr>
          <p:nvPr>
            <p:ph type="body" idx="1"/>
          </p:nvPr>
        </p:nvSpPr>
        <p:spPr>
          <a:xfrm>
            <a:off x="456927" y="1066801"/>
            <a:ext cx="11296110" cy="5059365"/>
          </a:xfrm>
          <a:prstGeom prst="rect">
            <a:avLst/>
          </a:prstGeom>
        </p:spPr>
        <p:txBody>
          <a:bodyPr vert="horz" lIns="91440" tIns="45720" rIns="91440" bIns="45720" rtlCol="0">
            <a:normAutofit/>
          </a:body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9" name="TextBox 8">
            <a:extLst>
              <a:ext uri="{FF2B5EF4-FFF2-40B4-BE49-F238E27FC236}">
                <a16:creationId xmlns:a16="http://schemas.microsoft.com/office/drawing/2014/main" xmlns="" id="{3230B90F-242E-4EDF-94F3-70B9791F7EF3}"/>
              </a:ext>
            </a:extLst>
          </p:cNvPr>
          <p:cNvSpPr txBox="1"/>
          <p:nvPr userDrawn="1"/>
        </p:nvSpPr>
        <p:spPr>
          <a:xfrm>
            <a:off x="11470597" y="6601381"/>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mj-lt"/>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mj-lt"/>
              <a:cs typeface="Avenir Roman"/>
            </a:endParaRPr>
          </a:p>
        </p:txBody>
      </p:sp>
      <p:sp>
        <p:nvSpPr>
          <p:cNvPr id="13" name="Rectangle 12">
            <a:extLst>
              <a:ext uri="{FF2B5EF4-FFF2-40B4-BE49-F238E27FC236}">
                <a16:creationId xmlns:a16="http://schemas.microsoft.com/office/drawing/2014/main" xmlns="" id="{8F56F0B2-4CBF-477D-95D0-F4A877A249B7}"/>
              </a:ext>
            </a:extLst>
          </p:cNvPr>
          <p:cNvSpPr/>
          <p:nvPr userDrawn="1"/>
        </p:nvSpPr>
        <p:spPr>
          <a:xfrm>
            <a:off x="351223" y="6569272"/>
            <a:ext cx="2999539" cy="230832"/>
          </a:xfrm>
          <a:prstGeom prst="rect">
            <a:avLst/>
          </a:prstGeom>
        </p:spPr>
        <p:txBody>
          <a:bodyPr wrap="none">
            <a:spAutoFit/>
          </a:bodyPr>
          <a:lstStyle/>
          <a:p>
            <a:r>
              <a:rPr lang="en-US" sz="900" b="0" dirty="0">
                <a:solidFill>
                  <a:schemeClr val="bg1">
                    <a:lumMod val="50000"/>
                  </a:schemeClr>
                </a:solidFill>
                <a:latin typeface="+mj-lt"/>
                <a:cs typeface="Avenir Roman"/>
              </a:rPr>
              <a:t>Copyright © 2025 Infogain Corporation. All Rights Reserved.</a:t>
            </a:r>
          </a:p>
        </p:txBody>
      </p:sp>
      <p:pic>
        <p:nvPicPr>
          <p:cNvPr id="8" name="Picture 7"/>
          <p:cNvPicPr>
            <a:picLocks noChangeAspect="1"/>
          </p:cNvPicPr>
          <p:nvPr userDrawn="1"/>
        </p:nvPicPr>
        <p:blipFill>
          <a:blip r:embed="rId35"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93755062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3" r:id="rId32"/>
    <p:sldLayoutId id="2147483704" r:id="rId33"/>
  </p:sldLayoutIdLst>
  <p:txStyles>
    <p:titleStyle>
      <a:lvl1pPr algn="l" defTabSz="457200" rtl="0" eaLnBrk="1" latinLnBrk="0" hangingPunct="1">
        <a:spcBef>
          <a:spcPct val="0"/>
        </a:spcBef>
        <a:buNone/>
        <a:defRPr sz="1600" kern="1200" cap="all" spc="0" baseline="0">
          <a:solidFill>
            <a:schemeClr val="bg2"/>
          </a:solidFill>
          <a:latin typeface="+mj-lt"/>
          <a:ea typeface="+mj-ea"/>
          <a:cs typeface="+mj-cs"/>
        </a:defRPr>
      </a:lvl1pPr>
    </p:titleStyle>
    <p:bodyStyle>
      <a:lvl1pPr marL="342900" indent="-342900" algn="l" defTabSz="457200" rtl="0" eaLnBrk="1" latinLnBrk="0" hangingPunct="1">
        <a:spcBef>
          <a:spcPts val="1600"/>
        </a:spcBef>
        <a:buClr>
          <a:schemeClr val="bg2"/>
        </a:buClr>
        <a:buFontTx/>
        <a:buChar char="◌"/>
        <a:defRPr sz="1800" kern="1200">
          <a:solidFill>
            <a:schemeClr val="tx1"/>
          </a:solidFill>
          <a:latin typeface="+mn-lt"/>
          <a:ea typeface="+mn-ea"/>
          <a:cs typeface="+mn-cs"/>
        </a:defRPr>
      </a:lvl1pPr>
      <a:lvl2pPr marL="742950" indent="-285750" algn="l" defTabSz="457200" rtl="0" eaLnBrk="1" latinLnBrk="0" hangingPunct="1">
        <a:spcBef>
          <a:spcPts val="800"/>
        </a:spcBef>
        <a:buClr>
          <a:schemeClr val="bg2"/>
        </a:buClr>
        <a:buFontTx/>
        <a:buChar char="◌"/>
        <a:defRPr sz="1600" kern="1200">
          <a:solidFill>
            <a:schemeClr val="tx1"/>
          </a:solidFill>
          <a:latin typeface="+mn-lt"/>
          <a:ea typeface="+mn-ea"/>
          <a:cs typeface="+mn-cs"/>
        </a:defRPr>
      </a:lvl2pPr>
      <a:lvl3pPr marL="1143000" indent="-228600" algn="l" defTabSz="457200" rtl="0" eaLnBrk="1" latinLnBrk="0" hangingPunct="1">
        <a:spcBef>
          <a:spcPts val="600"/>
        </a:spcBef>
        <a:buClr>
          <a:schemeClr val="bg2"/>
        </a:buClr>
        <a:buFontTx/>
        <a:buChar char="◌"/>
        <a:defRPr sz="1400" kern="1200">
          <a:solidFill>
            <a:schemeClr val="tx1"/>
          </a:solidFill>
          <a:latin typeface="+mn-lt"/>
          <a:ea typeface="+mn-ea"/>
          <a:cs typeface="+mn-cs"/>
        </a:defRPr>
      </a:lvl3pPr>
      <a:lvl4pPr marL="16002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4pPr>
      <a:lvl5pPr marL="20574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672">
          <p15:clr>
            <a:srgbClr val="F26B43"/>
          </p15:clr>
        </p15:guide>
        <p15:guide id="2" pos="275">
          <p15:clr>
            <a:srgbClr val="F26B43"/>
          </p15:clr>
        </p15:guide>
        <p15:guide id="3" pos="7403">
          <p15:clr>
            <a:srgbClr val="F26B43"/>
          </p15:clr>
        </p15:guide>
        <p15:guide id="4" orient="horz" pos="3864">
          <p15:clr>
            <a:srgbClr val="F26B43"/>
          </p15:clr>
        </p15:guide>
        <p15:guide id="5" orient="horz" pos="888">
          <p15:clr>
            <a:srgbClr val="F26B43"/>
          </p15:clr>
        </p15:guide>
        <p15:guide id="6" pos="254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29"/>
          <p:cNvSpPr>
            <a:spLocks noGrp="1"/>
          </p:cNvSpPr>
          <p:nvPr>
            <p:ph type="ctrTitle"/>
          </p:nvPr>
        </p:nvSpPr>
        <p:spPr/>
        <p:txBody>
          <a:bodyPr/>
          <a:lstStyle/>
          <a:p>
            <a:r>
              <a:rPr lang="en-US" sz="2200" dirty="0" err="1" smtClean="0"/>
              <a:t>TypeScript</a:t>
            </a:r>
            <a:endParaRPr lang="en-US" sz="2200" dirty="0"/>
          </a:p>
        </p:txBody>
      </p:sp>
      <p:sp>
        <p:nvSpPr>
          <p:cNvPr id="5" name="Subtitle 2">
            <a:extLst>
              <a:ext uri="{FF2B5EF4-FFF2-40B4-BE49-F238E27FC236}">
                <a16:creationId xmlns:a16="http://schemas.microsoft.com/office/drawing/2014/main" xmlns="" id="{AD8F63F5-3F3A-4675-94A1-9A510A30EB02}"/>
              </a:ext>
            </a:extLst>
          </p:cNvPr>
          <p:cNvSpPr txBox="1">
            <a:spLocks/>
          </p:cNvSpPr>
          <p:nvPr/>
        </p:nvSpPr>
        <p:spPr>
          <a:xfrm>
            <a:off x="6682900" y="4900144"/>
            <a:ext cx="1737360" cy="1245348"/>
          </a:xfrm>
          <a:prstGeom prst="rect">
            <a:avLst/>
          </a:prstGeom>
        </p:spPr>
        <p:txBody>
          <a:bodyPr wrap="square" anchor="ctr">
            <a:noAutofit/>
          </a:bodyPr>
          <a:lstStyle>
            <a:lvl1pPr marL="0" indent="0" algn="ctr" defTabSz="457200" rtl="0" eaLnBrk="1" latinLnBrk="0" hangingPunct="1">
              <a:lnSpc>
                <a:spcPct val="90000"/>
              </a:lnSpc>
              <a:spcBef>
                <a:spcPts val="0"/>
              </a:spcBef>
              <a:buClr>
                <a:schemeClr val="bg2"/>
              </a:buClr>
              <a:buFontTx/>
              <a:buNone/>
              <a:defRPr sz="1600" kern="1200">
                <a:solidFill>
                  <a:schemeClr val="bg1"/>
                </a:solidFill>
                <a:latin typeface="+mn-lt"/>
                <a:ea typeface="+mn-ea"/>
                <a:cs typeface="+mn-cs"/>
              </a:defRPr>
            </a:lvl1pPr>
            <a:lvl2pPr marL="457200" indent="0" algn="ctr" defTabSz="457200" rtl="0" eaLnBrk="1" latinLnBrk="0" hangingPunct="1">
              <a:spcBef>
                <a:spcPts val="800"/>
              </a:spcBef>
              <a:buClr>
                <a:schemeClr val="bg2"/>
              </a:buClr>
              <a:buFontTx/>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600"/>
              </a:spcBef>
              <a:buClr>
                <a:schemeClr val="bg2"/>
              </a:buClr>
              <a:buFontTx/>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400"/>
              </a:spcBef>
              <a:buClr>
                <a:schemeClr val="bg2"/>
              </a:buClr>
              <a:buFontTx/>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400"/>
              </a:spcBef>
              <a:buClr>
                <a:schemeClr val="bg2"/>
              </a:buClr>
              <a:buFontTx/>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1800" dirty="0" smtClean="0"/>
              <a:t>Part-001</a:t>
            </a:r>
            <a:endParaRPr lang="en-US" sz="1800" dirty="0"/>
          </a:p>
        </p:txBody>
      </p:sp>
    </p:spTree>
    <p:extLst>
      <p:ext uri="{BB962C8B-B14F-4D97-AF65-F5344CB8AC3E}">
        <p14:creationId xmlns:p14="http://schemas.microsoft.com/office/powerpoint/2010/main" val="2759290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xmlns="" id="{EB788767-A345-420E-B23F-0148322AED47}"/>
              </a:ext>
            </a:extLst>
          </p:cNvPr>
          <p:cNvSpPr>
            <a:spLocks noGrp="1"/>
          </p:cNvSpPr>
          <p:nvPr>
            <p:ph type="body" sz="quarter" idx="11"/>
          </p:nvPr>
        </p:nvSpPr>
        <p:spPr/>
        <p:txBody>
          <a:bodyPr/>
          <a:lstStyle/>
          <a:p>
            <a:r>
              <a:rPr lang="en-US" dirty="0"/>
              <a:t>Objectives</a:t>
            </a:r>
          </a:p>
        </p:txBody>
      </p:sp>
      <p:sp>
        <p:nvSpPr>
          <p:cNvPr id="6" name="Text Placeholder 5">
            <a:extLst>
              <a:ext uri="{FF2B5EF4-FFF2-40B4-BE49-F238E27FC236}">
                <a16:creationId xmlns:a16="http://schemas.microsoft.com/office/drawing/2014/main" xmlns="" id="{BC051C61-54ED-49AD-8076-FE82FEB72629}"/>
              </a:ext>
            </a:extLst>
          </p:cNvPr>
          <p:cNvSpPr>
            <a:spLocks noGrp="1"/>
          </p:cNvSpPr>
          <p:nvPr>
            <p:ph type="body" sz="quarter" idx="13"/>
          </p:nvPr>
        </p:nvSpPr>
        <p:spPr>
          <a:xfrm>
            <a:off x="334938" y="1173677"/>
            <a:ext cx="11450409" cy="2298065"/>
          </a:xfrm>
        </p:spPr>
        <p:txBody>
          <a:bodyPr/>
          <a:lstStyle/>
          <a:p>
            <a:pPr fontAlgn="base"/>
            <a:r>
              <a:rPr lang="en-IN" dirty="0"/>
              <a:t>What is Asynchronous JavaScript?</a:t>
            </a:r>
          </a:p>
          <a:p>
            <a:pPr fontAlgn="base"/>
            <a:r>
              <a:rPr lang="en-IN" dirty="0"/>
              <a:t>Synchronous </a:t>
            </a:r>
            <a:r>
              <a:rPr lang="en-IN" dirty="0" err="1"/>
              <a:t>vs</a:t>
            </a:r>
            <a:r>
              <a:rPr lang="en-IN" dirty="0"/>
              <a:t> Asynchronous JavaScript</a:t>
            </a:r>
          </a:p>
          <a:p>
            <a:pPr fontAlgn="base"/>
            <a:r>
              <a:rPr lang="en-IN" dirty="0"/>
              <a:t>How </a:t>
            </a:r>
            <a:r>
              <a:rPr lang="en-IN" dirty="0" err="1"/>
              <a:t>Callbacks</a:t>
            </a:r>
            <a:r>
              <a:rPr lang="en-IN" dirty="0"/>
              <a:t> Work in JavaScript</a:t>
            </a:r>
          </a:p>
          <a:p>
            <a:pPr fontAlgn="base"/>
            <a:r>
              <a:rPr lang="en-IN" dirty="0"/>
              <a:t>How Promises Work in JavaScript</a:t>
            </a:r>
          </a:p>
          <a:p>
            <a:pPr fontAlgn="base"/>
            <a:r>
              <a:rPr lang="en-IN" dirty="0"/>
              <a:t>How </a:t>
            </a:r>
            <a:r>
              <a:rPr lang="en-IN" dirty="0" err="1"/>
              <a:t>Async</a:t>
            </a:r>
            <a:r>
              <a:rPr lang="en-IN" dirty="0"/>
              <a:t> / Await Works in JavaScript</a:t>
            </a:r>
          </a:p>
        </p:txBody>
      </p:sp>
      <p:sp>
        <p:nvSpPr>
          <p:cNvPr id="4" name="Slide Number Placeholder 3"/>
          <p:cNvSpPr>
            <a:spLocks noGrp="1"/>
          </p:cNvSpPr>
          <p:nvPr>
            <p:ph type="sldNum" sz="quarter" idx="4294967295"/>
          </p:nvPr>
        </p:nvSpPr>
        <p:spPr>
          <a:xfrm>
            <a:off x="9347200" y="6492875"/>
            <a:ext cx="2844800" cy="365125"/>
          </a:xfrm>
          <a:prstGeom prst="rect">
            <a:avLst/>
          </a:prstGeom>
        </p:spPr>
        <p:txBody>
          <a:bodyPr/>
          <a:lstStyle/>
          <a:p>
            <a:fld id="{4CE32F19-BBF9-49B0-817B-4B6B9B542E56}" type="slidenum">
              <a:rPr lang="en-US" smtClean="0">
                <a:solidFill>
                  <a:prstClr val="white"/>
                </a:solidFill>
              </a:rPr>
              <a:pPr/>
              <a:t>2</a:t>
            </a:fld>
            <a:endParaRPr lang="en-US" dirty="0">
              <a:solidFill>
                <a:prstClr val="white"/>
              </a:solidFill>
            </a:endParaRPr>
          </a:p>
        </p:txBody>
      </p:sp>
    </p:spTree>
    <p:extLst>
      <p:ext uri="{BB962C8B-B14F-4D97-AF65-F5344CB8AC3E}">
        <p14:creationId xmlns:p14="http://schemas.microsoft.com/office/powerpoint/2010/main" val="7678807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What is a Synchronous System?</a:t>
            </a:r>
          </a:p>
          <a:p>
            <a:endParaRPr lang="en-US" dirty="0" smtClean="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0" y="1086879"/>
            <a:ext cx="11450409" cy="2369880"/>
          </a:xfrm>
        </p:spPr>
        <p:txBody>
          <a:bodyPr/>
          <a:lstStyle/>
          <a:p>
            <a:pPr fontAlgn="base"/>
            <a:r>
              <a:rPr lang="en-US" dirty="0"/>
              <a:t>In a synchronous system, tasks are completed one after another.</a:t>
            </a:r>
          </a:p>
          <a:p>
            <a:r>
              <a:rPr lang="en-US" dirty="0"/>
              <a:t>A </a:t>
            </a:r>
            <a:r>
              <a:rPr lang="en-US" b="1" dirty="0"/>
              <a:t>synchronous system</a:t>
            </a:r>
            <a:r>
              <a:rPr lang="en-US" dirty="0"/>
              <a:t> is a system in which </a:t>
            </a:r>
            <a:r>
              <a:rPr lang="en-US" b="1" dirty="0"/>
              <a:t>all operations happen in a coordinated, step-by-step manner</a:t>
            </a:r>
            <a:r>
              <a:rPr lang="en-US" dirty="0"/>
              <a:t>, controlled by a </a:t>
            </a:r>
            <a:r>
              <a:rPr lang="en-US" b="1" dirty="0"/>
              <a:t>common clock or timing mechanism</a:t>
            </a:r>
            <a:r>
              <a:rPr lang="en-US" dirty="0"/>
              <a:t>.</a:t>
            </a:r>
          </a:p>
          <a:p>
            <a:pPr fontAlgn="base"/>
            <a:r>
              <a:rPr lang="en-US" dirty="0"/>
              <a:t>Think of this as if you have just one hand to accomplish 10 tasks. So, you have to complete one task at a time.</a:t>
            </a:r>
          </a:p>
          <a:p>
            <a:pPr marL="0" indent="0">
              <a:buNone/>
            </a:pPr>
            <a:endParaRPr lang="en-US" dirty="0"/>
          </a:p>
        </p:txBody>
      </p:sp>
    </p:spTree>
    <p:extLst>
      <p:ext uri="{BB962C8B-B14F-4D97-AF65-F5344CB8AC3E}">
        <p14:creationId xmlns:p14="http://schemas.microsoft.com/office/powerpoint/2010/main" val="1329807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Diagram: Synchronous System (Step-by-Step)</a:t>
            </a:r>
          </a:p>
          <a:p>
            <a:endParaRPr lang="en-US" dirty="0" smtClean="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228600" y="3052839"/>
            <a:ext cx="11450409" cy="2298065"/>
          </a:xfrm>
        </p:spPr>
        <p:txBody>
          <a:bodyPr/>
          <a:lstStyle/>
          <a:p>
            <a:endParaRPr lang="en-US" dirty="0" smtClean="0"/>
          </a:p>
          <a:p>
            <a:endParaRPr lang="en-US" dirty="0"/>
          </a:p>
          <a:p>
            <a:endParaRPr lang="en-US" dirty="0" smtClean="0"/>
          </a:p>
          <a:p>
            <a:r>
              <a:rPr lang="en-US" dirty="0" smtClean="0"/>
              <a:t>Each </a:t>
            </a:r>
            <a:r>
              <a:rPr lang="en-US" dirty="0"/>
              <a:t>task </a:t>
            </a:r>
            <a:r>
              <a:rPr lang="en-US" b="1" dirty="0"/>
              <a:t>waits</a:t>
            </a:r>
            <a:r>
              <a:rPr lang="en-US" dirty="0"/>
              <a:t> for the previous task to </a:t>
            </a:r>
            <a:r>
              <a:rPr lang="en-US" dirty="0" smtClean="0"/>
              <a:t>complete</a:t>
            </a:r>
          </a:p>
          <a:p>
            <a:r>
              <a:rPr lang="en-US" dirty="0" smtClean="0"/>
              <a:t>Controlled </a:t>
            </a:r>
            <a:r>
              <a:rPr lang="en-US" dirty="0"/>
              <a:t>by </a:t>
            </a:r>
            <a:r>
              <a:rPr lang="en-US" b="1" dirty="0"/>
              <a:t>time / clock / order</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0218" y="1493520"/>
            <a:ext cx="8976174" cy="2161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1063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smtClean="0"/>
              <a:t>Real-World </a:t>
            </a:r>
            <a:r>
              <a:rPr lang="en-US" dirty="0"/>
              <a:t>Examples of Synchronous Systems</a:t>
            </a:r>
            <a:endParaRPr lang="en-US" dirty="0"/>
          </a:p>
          <a:p>
            <a:endParaRPr lang="en-US" dirty="0" smtClean="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0" y="1086879"/>
            <a:ext cx="11450409" cy="2780248"/>
          </a:xfrm>
        </p:spPr>
        <p:txBody>
          <a:bodyPr/>
          <a:lstStyle/>
          <a:p>
            <a:r>
              <a:rPr lang="en-US" b="1" dirty="0"/>
              <a:t>1. ATM Machine (Classic Example)</a:t>
            </a:r>
          </a:p>
          <a:p>
            <a:r>
              <a:rPr lang="en-US" b="1" dirty="0"/>
              <a:t>Flow:</a:t>
            </a:r>
            <a:endParaRPr lang="en-US" dirty="0"/>
          </a:p>
          <a:p>
            <a:r>
              <a:rPr lang="en-US" dirty="0"/>
              <a:t>Insert card</a:t>
            </a:r>
          </a:p>
          <a:p>
            <a:r>
              <a:rPr lang="en-US" dirty="0"/>
              <a:t>Enter PIN</a:t>
            </a:r>
          </a:p>
          <a:p>
            <a:r>
              <a:rPr lang="en-US" dirty="0"/>
              <a:t>Select operation</a:t>
            </a:r>
          </a:p>
          <a:p>
            <a:r>
              <a:rPr lang="en-US" dirty="0"/>
              <a:t>Receive cash</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1873" y="3733247"/>
            <a:ext cx="6186487" cy="1996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08520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What is an Asynchronous System?</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0" y="1086879"/>
            <a:ext cx="11450409" cy="3200876"/>
          </a:xfrm>
        </p:spPr>
        <p:txBody>
          <a:bodyPr/>
          <a:lstStyle/>
          <a:p>
            <a:r>
              <a:rPr lang="en-US" dirty="0"/>
              <a:t>An </a:t>
            </a:r>
            <a:r>
              <a:rPr lang="en-US" b="1" dirty="0"/>
              <a:t>asynchronous system</a:t>
            </a:r>
            <a:r>
              <a:rPr lang="en-US" dirty="0"/>
              <a:t> is a system in which </a:t>
            </a:r>
            <a:r>
              <a:rPr lang="en-US" b="1" dirty="0"/>
              <a:t>tasks do not wait for each other to finish</a:t>
            </a:r>
            <a:r>
              <a:rPr lang="en-US" dirty="0"/>
              <a:t>. Multiple operations can start, run, and complete </a:t>
            </a:r>
            <a:r>
              <a:rPr lang="en-US" b="1" dirty="0"/>
              <a:t>independently</a:t>
            </a:r>
            <a:r>
              <a:rPr lang="en-US" dirty="0"/>
              <a:t>, and the system handles their results </a:t>
            </a:r>
            <a:r>
              <a:rPr lang="en-US" b="1" dirty="0"/>
              <a:t>when they are ready</a:t>
            </a:r>
            <a:r>
              <a:rPr lang="en-US" dirty="0" smtClean="0"/>
              <a:t>.</a:t>
            </a:r>
          </a:p>
          <a:p>
            <a:pPr fontAlgn="base"/>
            <a:r>
              <a:rPr lang="en-US" dirty="0"/>
              <a:t>In this system, tasks are completed independently.</a:t>
            </a:r>
          </a:p>
          <a:p>
            <a:pPr fontAlgn="base"/>
            <a:r>
              <a:rPr lang="en-US" dirty="0"/>
              <a:t>Here, imagine that for 10 tasks, you have 10 hands. So, each hand can do each task independently and at the same time.</a:t>
            </a:r>
          </a:p>
          <a:p>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4735576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To Summarize Synchronous </a:t>
            </a:r>
            <a:r>
              <a:rPr lang="en-US" dirty="0" err="1"/>
              <a:t>vs</a:t>
            </a:r>
            <a:r>
              <a:rPr lang="en-US" dirty="0"/>
              <a:t> Asynchronous JS:</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0" y="1086879"/>
            <a:ext cx="11450409" cy="1128514"/>
          </a:xfrm>
        </p:spPr>
        <p:txBody>
          <a:bodyPr/>
          <a:lstStyle/>
          <a:p>
            <a:pPr fontAlgn="base"/>
            <a:r>
              <a:rPr lang="en-US" dirty="0"/>
              <a:t>When three images are on a marathon, in a:</a:t>
            </a:r>
          </a:p>
          <a:p>
            <a:pPr fontAlgn="base"/>
            <a:r>
              <a:rPr lang="en-US" b="1" dirty="0"/>
              <a:t>Synchronous</a:t>
            </a:r>
            <a:r>
              <a:rPr lang="en-US" dirty="0"/>
              <a:t> system, three images are in the same lane. One can't overtake the other. The race is finished one by one. If image number 2 stops, the following image stops.</a:t>
            </a:r>
          </a:p>
        </p:txBody>
      </p:sp>
      <p:pic>
        <p:nvPicPr>
          <p:cNvPr id="3074" name="Picture 2" descr="Alt Tex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6999" y="2821615"/>
            <a:ext cx="7040881" cy="3410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36115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To Summarize Synchronous </a:t>
            </a:r>
            <a:r>
              <a:rPr lang="en-US" dirty="0" err="1"/>
              <a:t>vs</a:t>
            </a:r>
            <a:r>
              <a:rPr lang="en-US" dirty="0"/>
              <a:t> Asynchronous JS:</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0" y="1086879"/>
            <a:ext cx="11450409" cy="1128514"/>
          </a:xfrm>
        </p:spPr>
        <p:txBody>
          <a:bodyPr/>
          <a:lstStyle/>
          <a:p>
            <a:pPr fontAlgn="base"/>
            <a:r>
              <a:rPr lang="en-US" b="1" dirty="0"/>
              <a:t>Asynchronous system,</a:t>
            </a:r>
            <a:r>
              <a:rPr lang="en-US" dirty="0"/>
              <a:t> the three images are in different lanes. They'll finish the race on their own pace. Nobody stops for anybody:</a:t>
            </a:r>
          </a:p>
          <a:p>
            <a:pPr marL="0" indent="0">
              <a:buNone/>
            </a:pPr>
            <a:endParaRPr lang="en-US" dirty="0"/>
          </a:p>
        </p:txBody>
      </p:sp>
      <p:pic>
        <p:nvPicPr>
          <p:cNvPr id="4098" name="Picture 2" descr="Alt Tex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5160" y="2484120"/>
            <a:ext cx="7303134" cy="3538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79741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Synchronous Code Example</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0" y="1086879"/>
            <a:ext cx="11450409" cy="4021614"/>
          </a:xfrm>
        </p:spPr>
        <p:txBody>
          <a:bodyPr/>
          <a:lstStyle/>
          <a:p>
            <a:pPr fontAlgn="base"/>
            <a:r>
              <a:rPr lang="en-US" dirty="0"/>
              <a:t>To test a synchronous system, write this code in JavaScript:</a:t>
            </a:r>
          </a:p>
          <a:p>
            <a:endParaRPr lang="en-US" dirty="0" smtClean="0"/>
          </a:p>
          <a:p>
            <a:endParaRPr lang="en-US" dirty="0"/>
          </a:p>
          <a:p>
            <a:endParaRPr lang="en-US" dirty="0" smtClean="0"/>
          </a:p>
          <a:p>
            <a:endParaRPr lang="en-US" dirty="0"/>
          </a:p>
          <a:p>
            <a:pPr fontAlgn="base"/>
            <a:endParaRPr lang="en-US" dirty="0" smtClean="0"/>
          </a:p>
          <a:p>
            <a:pPr fontAlgn="base"/>
            <a:r>
              <a:rPr lang="en-US" dirty="0" smtClean="0"/>
              <a:t>Here's </a:t>
            </a:r>
            <a:r>
              <a:rPr lang="en-US" dirty="0"/>
              <a:t>the result in the console: 👇</a:t>
            </a:r>
          </a:p>
          <a:p>
            <a:pPr marL="0" indent="0">
              <a:buNone/>
            </a:pPr>
            <a:r>
              <a:rPr lang="en-US" dirty="0"/>
              <a:t/>
            </a:r>
            <a:br>
              <a:rPr lang="en-US" dirty="0"/>
            </a:br>
            <a:endParaRPr lang="en-US" dirty="0"/>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1703" y="1975485"/>
            <a:ext cx="5103495" cy="1479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3450" y="4861560"/>
            <a:ext cx="5797870" cy="1444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7448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Asynchronous code example</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0" y="1086879"/>
            <a:ext cx="11450409" cy="4298613"/>
          </a:xfrm>
        </p:spPr>
        <p:txBody>
          <a:bodyPr/>
          <a:lstStyle/>
          <a:p>
            <a:pPr fontAlgn="base"/>
            <a:r>
              <a:rPr lang="en-US" dirty="0"/>
              <a:t>Let's say it takes two seconds to eat some ice cream. Now, let's test out an asynchronous system. Write the below code in JavaScript.</a:t>
            </a:r>
          </a:p>
          <a:p>
            <a:endParaRPr lang="en-US" dirty="0" smtClean="0"/>
          </a:p>
          <a:p>
            <a:endParaRPr lang="en-US" dirty="0"/>
          </a:p>
          <a:p>
            <a:endParaRPr lang="en-US" dirty="0" smtClean="0"/>
          </a:p>
          <a:p>
            <a:endParaRPr lang="en-US" dirty="0"/>
          </a:p>
          <a:p>
            <a:endParaRPr lang="en-US" dirty="0" smtClean="0"/>
          </a:p>
          <a:p>
            <a:pPr fontAlgn="base"/>
            <a:r>
              <a:rPr lang="en-US" dirty="0"/>
              <a:t>And here's the result in the console: 👇</a:t>
            </a:r>
          </a:p>
          <a:p>
            <a:pPr marL="0" indent="0">
              <a:buNone/>
            </a:pPr>
            <a:r>
              <a:rPr lang="en-US" dirty="0"/>
              <a:t/>
            </a:r>
            <a:br>
              <a:rPr lang="en-US" dirty="0"/>
            </a:b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131695"/>
            <a:ext cx="6095999" cy="192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4386" y="4998720"/>
            <a:ext cx="5875973" cy="1493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14316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What are Callbacks in JavaScript?</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75520" y="873519"/>
            <a:ext cx="11450409" cy="1128514"/>
          </a:xfrm>
        </p:spPr>
        <p:txBody>
          <a:bodyPr/>
          <a:lstStyle/>
          <a:p>
            <a:pPr fontAlgn="base"/>
            <a:r>
              <a:rPr lang="en-US" dirty="0"/>
              <a:t>When you nest a function inside another function as an argument, that's called a callback.</a:t>
            </a:r>
          </a:p>
          <a:p>
            <a:r>
              <a:rPr lang="en-US" dirty="0"/>
              <a:t/>
            </a:r>
            <a:br>
              <a:rPr lang="en-US" dirty="0"/>
            </a:b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9241" y="2235518"/>
            <a:ext cx="7725728" cy="3588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22836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Why do we use callbacks?</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2092881"/>
          </a:xfrm>
        </p:spPr>
        <p:txBody>
          <a:bodyPr/>
          <a:lstStyle/>
          <a:p>
            <a:r>
              <a:rPr lang="en-US" dirty="0"/>
              <a:t>When doing a complex task, we break that task down into smaller steps. </a:t>
            </a:r>
            <a:endParaRPr lang="en-US" dirty="0" smtClean="0"/>
          </a:p>
          <a:p>
            <a:r>
              <a:rPr lang="en-US" dirty="0" smtClean="0"/>
              <a:t>To </a:t>
            </a:r>
            <a:r>
              <a:rPr lang="en-US" dirty="0"/>
              <a:t>help us establish a relationship between these steps according to time (optional) and order, we use callbacks</a:t>
            </a:r>
            <a:r>
              <a:rPr lang="en-US" dirty="0" smtClean="0"/>
              <a:t>.</a:t>
            </a:r>
          </a:p>
          <a:p>
            <a:pPr fontAlgn="base"/>
            <a:r>
              <a:rPr lang="en-US" dirty="0"/>
              <a:t>Take a look at this example:👇</a:t>
            </a:r>
          </a:p>
          <a:p>
            <a:pPr marL="0" indent="0">
              <a:buNone/>
            </a:pP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194" name="Picture 2" descr="Alt Tex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57800" y="2597468"/>
            <a:ext cx="5937908" cy="34896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07975" y="5497175"/>
            <a:ext cx="6096000" cy="923330"/>
          </a:xfrm>
          <a:prstGeom prst="rect">
            <a:avLst/>
          </a:prstGeom>
        </p:spPr>
        <p:txBody>
          <a:bodyPr>
            <a:spAutoFit/>
          </a:bodyPr>
          <a:lstStyle/>
          <a:p>
            <a:pPr fontAlgn="base"/>
            <a:r>
              <a:rPr lang="en-US" b="1" i="1" dirty="0"/>
              <a:t>Chart contains steps to make ice cream</a:t>
            </a:r>
            <a:endParaRPr lang="en-US" dirty="0"/>
          </a:p>
          <a:p>
            <a:r>
              <a:rPr lang="en-US" dirty="0"/>
              <a:t/>
            </a:r>
            <a:br>
              <a:rPr lang="en-US" dirty="0"/>
            </a:br>
            <a:endParaRPr lang="en-IN" dirty="0"/>
          </a:p>
        </p:txBody>
      </p:sp>
    </p:spTree>
    <p:extLst>
      <p:ext uri="{BB962C8B-B14F-4D97-AF65-F5344CB8AC3E}">
        <p14:creationId xmlns:p14="http://schemas.microsoft.com/office/powerpoint/2010/main" val="29459997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Why do we use callbacks?</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1610697"/>
          </a:xfrm>
        </p:spPr>
        <p:txBody>
          <a:bodyPr/>
          <a:lstStyle/>
          <a:p>
            <a:r>
              <a:rPr lang="en-US" dirty="0"/>
              <a:t>These are the small steps you need to take to make ice cream. Also note that in this example, the order of the steps and timing are crucial. You can't just chop the fruit and serve ice cream</a:t>
            </a:r>
            <a:r>
              <a:rPr lang="en-US" dirty="0" smtClean="0"/>
              <a:t>.</a:t>
            </a:r>
          </a:p>
          <a:p>
            <a:pPr fontAlgn="base"/>
            <a:r>
              <a:rPr lang="en-US" dirty="0"/>
              <a:t>At the same time, if a previous step is not completed, we can't move on to the next step.</a:t>
            </a:r>
          </a:p>
          <a:p>
            <a:pPr marL="0" indent="0">
              <a:buNone/>
            </a:pP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218" name="Picture 2" descr="Alt Tex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27960" y="2545354"/>
            <a:ext cx="6477000" cy="3645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91948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Why do we use callbacks?</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2031325"/>
          </a:xfrm>
        </p:spPr>
        <p:txBody>
          <a:bodyPr/>
          <a:lstStyle/>
          <a:p>
            <a:pPr fontAlgn="base"/>
            <a:r>
              <a:rPr lang="en-US" dirty="0"/>
              <a:t>To explain that in more detail, let's start our ice cream shop business.</a:t>
            </a:r>
          </a:p>
          <a:p>
            <a:pPr fontAlgn="base"/>
            <a:r>
              <a:rPr lang="en-US" dirty="0"/>
              <a:t>The shop will have two parts:</a:t>
            </a:r>
          </a:p>
          <a:p>
            <a:pPr lvl="1" fontAlgn="base"/>
            <a:r>
              <a:rPr lang="en-US" dirty="0"/>
              <a:t>The storeroom will have all the ingredients [Our Backend]</a:t>
            </a:r>
          </a:p>
          <a:p>
            <a:pPr lvl="1" fontAlgn="base"/>
            <a:r>
              <a:rPr lang="en-US" dirty="0"/>
              <a:t>We'll produce ice cream in our kitchen [The frontend]</a:t>
            </a:r>
          </a:p>
          <a:p>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42" name="Picture 2" descr="Alt Tex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72639" y="3374709"/>
            <a:ext cx="8075081" cy="2462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89861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Why do we use callbacks?</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5950347"/>
          </a:xfrm>
        </p:spPr>
        <p:txBody>
          <a:bodyPr/>
          <a:lstStyle/>
          <a:p>
            <a:pPr fontAlgn="base"/>
            <a:r>
              <a:rPr lang="en-IN" b="1" dirty="0"/>
              <a:t>Let's store our data</a:t>
            </a:r>
          </a:p>
          <a:p>
            <a:pPr fontAlgn="base"/>
            <a:r>
              <a:rPr lang="en-US" dirty="0"/>
              <a:t>Now, we're </a:t>
            </a:r>
            <a:r>
              <a:rPr lang="en-US" dirty="0" err="1"/>
              <a:t>gonna</a:t>
            </a:r>
            <a:r>
              <a:rPr lang="en-US" dirty="0"/>
              <a:t> store our ingredients inside an object. Let's start</a:t>
            </a:r>
            <a:r>
              <a:rPr lang="en-US" dirty="0" smtClean="0"/>
              <a:t>!</a:t>
            </a:r>
          </a:p>
          <a:p>
            <a:pPr fontAlgn="base"/>
            <a:endParaRPr lang="en-US" dirty="0"/>
          </a:p>
          <a:p>
            <a:pPr fontAlgn="base"/>
            <a:endParaRPr lang="en-US" dirty="0" smtClean="0"/>
          </a:p>
          <a:p>
            <a:pPr fontAlgn="base"/>
            <a:endParaRPr lang="en-US" dirty="0"/>
          </a:p>
          <a:p>
            <a:pPr fontAlgn="base"/>
            <a:endParaRPr lang="en-US" dirty="0" smtClean="0"/>
          </a:p>
          <a:p>
            <a:pPr marL="0" indent="0" fontAlgn="base">
              <a:buNone/>
            </a:pPr>
            <a:endParaRPr lang="en-US" dirty="0" smtClean="0"/>
          </a:p>
          <a:p>
            <a:pPr fontAlgn="base"/>
            <a:r>
              <a:rPr lang="en-US" dirty="0" smtClean="0"/>
              <a:t>You </a:t>
            </a:r>
            <a:r>
              <a:rPr lang="en-US" dirty="0"/>
              <a:t>can store the ingredients inside objects like this: </a:t>
            </a:r>
            <a:r>
              <a:rPr lang="en-US" dirty="0" smtClean="0"/>
              <a:t>👇</a:t>
            </a:r>
          </a:p>
          <a:p>
            <a:pPr fontAlgn="base"/>
            <a:r>
              <a:rPr lang="en-US" dirty="0"/>
              <a:t>let</a:t>
            </a:r>
            <a:r>
              <a:rPr lang="en-US" dirty="0"/>
              <a:t> stocks </a:t>
            </a:r>
            <a:r>
              <a:rPr lang="en-US" dirty="0"/>
              <a:t>=</a:t>
            </a:r>
            <a:r>
              <a:rPr lang="en-US" dirty="0"/>
              <a:t> </a:t>
            </a:r>
            <a:r>
              <a:rPr lang="en-US" dirty="0"/>
              <a:t>{</a:t>
            </a:r>
            <a:r>
              <a:rPr lang="en-US" dirty="0"/>
              <a:t> </a:t>
            </a:r>
            <a:endParaRPr lang="en-US" dirty="0" smtClean="0"/>
          </a:p>
          <a:p>
            <a:pPr marL="0" indent="0" fontAlgn="base">
              <a:buNone/>
            </a:pPr>
            <a:r>
              <a:rPr lang="en-US" dirty="0"/>
              <a:t>	</a:t>
            </a:r>
            <a:r>
              <a:rPr lang="en-US" dirty="0" smtClean="0"/>
              <a:t>			Fruits </a:t>
            </a:r>
            <a:r>
              <a:rPr lang="en-US" dirty="0"/>
              <a:t>:</a:t>
            </a:r>
            <a:r>
              <a:rPr lang="en-US" dirty="0"/>
              <a:t> </a:t>
            </a:r>
            <a:r>
              <a:rPr lang="en-US" dirty="0"/>
              <a:t>["strawberry",</a:t>
            </a:r>
            <a:r>
              <a:rPr lang="en-US" dirty="0"/>
              <a:t> </a:t>
            </a:r>
            <a:r>
              <a:rPr lang="en-US" dirty="0"/>
              <a:t>"grapes",</a:t>
            </a:r>
            <a:r>
              <a:rPr lang="en-US" dirty="0"/>
              <a:t> </a:t>
            </a:r>
            <a:r>
              <a:rPr lang="en-US" dirty="0"/>
              <a:t>"banana",</a:t>
            </a:r>
            <a:r>
              <a:rPr lang="en-US" dirty="0"/>
              <a:t> </a:t>
            </a:r>
            <a:r>
              <a:rPr lang="en-US" dirty="0"/>
              <a:t>"apple</a:t>
            </a:r>
            <a:r>
              <a:rPr lang="en-US" dirty="0" smtClean="0"/>
              <a:t>"]</a:t>
            </a:r>
          </a:p>
          <a:p>
            <a:pPr marL="0" indent="0" fontAlgn="base">
              <a:buNone/>
            </a:pPr>
            <a:r>
              <a:rPr lang="en-US" dirty="0"/>
              <a:t>	</a:t>
            </a:r>
            <a:r>
              <a:rPr lang="en-US" dirty="0" smtClean="0"/>
              <a:t>		 </a:t>
            </a:r>
            <a:r>
              <a:rPr lang="en-US" dirty="0"/>
              <a:t>}</a:t>
            </a:r>
          </a:p>
          <a:p>
            <a:pPr marL="0" indent="0">
              <a:buNone/>
            </a:pPr>
            <a:r>
              <a:rPr lang="en-IN" dirty="0"/>
              <a:t/>
            </a:r>
            <a:br>
              <a:rPr lang="en-IN" dirty="0"/>
            </a:b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266" name="Picture 2" descr="Alt Tex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4519" y="2255202"/>
            <a:ext cx="7276465" cy="1714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8087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smtClean="0"/>
              <a:t>any</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1128514"/>
          </a:xfrm>
        </p:spPr>
        <p:txBody>
          <a:bodyPr/>
          <a:lstStyle/>
          <a:p>
            <a:pPr fontAlgn="base"/>
            <a:r>
              <a:rPr lang="en-US" dirty="0"/>
              <a:t>Our other ingredients are here: 👇</a:t>
            </a:r>
          </a:p>
          <a:p>
            <a:pPr marL="0" indent="0">
              <a:buNone/>
            </a:pPr>
            <a:r>
              <a:rPr lang="en-US" dirty="0"/>
              <a:t/>
            </a:r>
            <a:br>
              <a:rPr lang="en-US" dirty="0"/>
            </a:b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290" name="Picture 2" descr="Alt Tex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5519" y="2362199"/>
            <a:ext cx="7779385" cy="3166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716804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void</a:t>
            </a:r>
          </a:p>
          <a:p>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2780248"/>
          </a:xfrm>
        </p:spPr>
        <p:txBody>
          <a:bodyPr/>
          <a:lstStyle/>
          <a:p>
            <a:pPr fontAlgn="base"/>
            <a:r>
              <a:rPr lang="en-US" dirty="0"/>
              <a:t>You can store these other ingredients in JavaScript objects like this: 👇</a:t>
            </a:r>
          </a:p>
          <a:p>
            <a:pPr marL="0" indent="0" fontAlgn="base">
              <a:buNone/>
            </a:pPr>
            <a:r>
              <a:rPr lang="en-IN" dirty="0" smtClean="0"/>
              <a:t>let </a:t>
            </a:r>
            <a:r>
              <a:rPr lang="en-IN" dirty="0"/>
              <a:t>stocks </a:t>
            </a:r>
            <a:r>
              <a:rPr lang="en-IN" dirty="0"/>
              <a:t>=</a:t>
            </a:r>
            <a:r>
              <a:rPr lang="en-IN" dirty="0"/>
              <a:t> </a:t>
            </a:r>
            <a:r>
              <a:rPr lang="en-IN" dirty="0"/>
              <a:t>{</a:t>
            </a:r>
            <a:r>
              <a:rPr lang="en-IN" dirty="0"/>
              <a:t> </a:t>
            </a:r>
            <a:endParaRPr lang="en-IN" dirty="0" smtClean="0"/>
          </a:p>
          <a:p>
            <a:pPr marL="0" indent="0" fontAlgn="base">
              <a:buNone/>
            </a:pPr>
            <a:r>
              <a:rPr lang="en-IN" dirty="0" smtClean="0"/>
              <a:t>	Fruits </a:t>
            </a:r>
            <a:r>
              <a:rPr lang="en-IN" dirty="0"/>
              <a:t>:</a:t>
            </a:r>
            <a:r>
              <a:rPr lang="en-IN" dirty="0"/>
              <a:t> </a:t>
            </a:r>
            <a:r>
              <a:rPr lang="en-IN" dirty="0"/>
              <a:t>["strawberry",</a:t>
            </a:r>
            <a:r>
              <a:rPr lang="en-IN" dirty="0"/>
              <a:t> </a:t>
            </a:r>
            <a:r>
              <a:rPr lang="en-IN" dirty="0"/>
              <a:t>"grapes",</a:t>
            </a:r>
            <a:r>
              <a:rPr lang="en-IN" dirty="0"/>
              <a:t> </a:t>
            </a:r>
            <a:r>
              <a:rPr lang="en-IN" dirty="0"/>
              <a:t>"banana",</a:t>
            </a:r>
            <a:r>
              <a:rPr lang="en-IN" dirty="0"/>
              <a:t> </a:t>
            </a:r>
            <a:r>
              <a:rPr lang="en-IN" dirty="0"/>
              <a:t>"apple</a:t>
            </a:r>
            <a:r>
              <a:rPr lang="en-IN" dirty="0" smtClean="0"/>
              <a:t>"],</a:t>
            </a:r>
          </a:p>
          <a:p>
            <a:pPr marL="0" indent="0" fontAlgn="base">
              <a:buNone/>
            </a:pPr>
            <a:r>
              <a:rPr lang="en-IN" dirty="0"/>
              <a:t>	</a:t>
            </a:r>
            <a:r>
              <a:rPr lang="en-IN" dirty="0" smtClean="0"/>
              <a:t>liquid </a:t>
            </a:r>
            <a:r>
              <a:rPr lang="en-IN" dirty="0"/>
              <a:t>:</a:t>
            </a:r>
            <a:r>
              <a:rPr lang="en-IN" dirty="0"/>
              <a:t> </a:t>
            </a:r>
            <a:r>
              <a:rPr lang="en-IN" dirty="0"/>
              <a:t>["water",</a:t>
            </a:r>
            <a:r>
              <a:rPr lang="en-IN" dirty="0"/>
              <a:t> </a:t>
            </a:r>
            <a:r>
              <a:rPr lang="en-IN" dirty="0"/>
              <a:t>"ice"],</a:t>
            </a:r>
            <a:r>
              <a:rPr lang="en-IN" dirty="0"/>
              <a:t> </a:t>
            </a:r>
            <a:r>
              <a:rPr lang="en-IN" dirty="0"/>
              <a:t>holder</a:t>
            </a:r>
            <a:r>
              <a:rPr lang="en-IN" dirty="0"/>
              <a:t> </a:t>
            </a:r>
            <a:r>
              <a:rPr lang="en-IN" dirty="0"/>
              <a:t>:</a:t>
            </a:r>
            <a:r>
              <a:rPr lang="en-IN" dirty="0"/>
              <a:t> </a:t>
            </a:r>
            <a:r>
              <a:rPr lang="en-IN" dirty="0"/>
              <a:t>["cone",</a:t>
            </a:r>
            <a:r>
              <a:rPr lang="en-IN" dirty="0"/>
              <a:t> </a:t>
            </a:r>
            <a:r>
              <a:rPr lang="en-IN" dirty="0"/>
              <a:t>"cup",</a:t>
            </a:r>
            <a:r>
              <a:rPr lang="en-IN" dirty="0"/>
              <a:t> </a:t>
            </a:r>
            <a:r>
              <a:rPr lang="en-IN" dirty="0"/>
              <a:t>"stick"],</a:t>
            </a:r>
            <a:r>
              <a:rPr lang="en-IN" dirty="0"/>
              <a:t> </a:t>
            </a:r>
            <a:endParaRPr lang="en-IN" dirty="0" smtClean="0"/>
          </a:p>
          <a:p>
            <a:pPr marL="0" indent="0" fontAlgn="base">
              <a:buNone/>
            </a:pPr>
            <a:r>
              <a:rPr lang="en-IN" dirty="0" smtClean="0"/>
              <a:t>	toppings </a:t>
            </a:r>
            <a:r>
              <a:rPr lang="en-IN" dirty="0"/>
              <a:t>:</a:t>
            </a:r>
            <a:r>
              <a:rPr lang="en-IN" dirty="0"/>
              <a:t> </a:t>
            </a:r>
            <a:r>
              <a:rPr lang="en-IN" dirty="0"/>
              <a:t>["chocolate",</a:t>
            </a:r>
            <a:r>
              <a:rPr lang="en-IN" dirty="0"/>
              <a:t> </a:t>
            </a:r>
            <a:r>
              <a:rPr lang="en-IN" dirty="0"/>
              <a:t>"peanuts</a:t>
            </a:r>
            <a:r>
              <a:rPr lang="en-IN" dirty="0" smtClean="0"/>
              <a:t>"],</a:t>
            </a:r>
          </a:p>
          <a:p>
            <a:pPr marL="0" indent="0" fontAlgn="base">
              <a:buNone/>
            </a:pPr>
            <a:r>
              <a:rPr lang="en-IN" dirty="0"/>
              <a:t>	</a:t>
            </a:r>
            <a:r>
              <a:rPr lang="en-IN" dirty="0" smtClean="0"/>
              <a:t> </a:t>
            </a:r>
            <a:r>
              <a:rPr lang="en-IN" dirty="0"/>
              <a:t>};</a:t>
            </a: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7512" y="4077653"/>
            <a:ext cx="6276975"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90204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void</a:t>
            </a:r>
          </a:p>
          <a:p>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2585323"/>
          </a:xfrm>
        </p:spPr>
        <p:txBody>
          <a:bodyPr/>
          <a:lstStyle/>
          <a:p>
            <a:pPr fontAlgn="base"/>
            <a:r>
              <a:rPr lang="en-US" dirty="0"/>
              <a:t>The entire business depends on what a customer </a:t>
            </a:r>
            <a:r>
              <a:rPr lang="en-US" b="1" dirty="0"/>
              <a:t>orders</a:t>
            </a:r>
            <a:r>
              <a:rPr lang="en-US" dirty="0"/>
              <a:t>. Once we have an order, we start production and then we serve ice cream. So, we'll create two functions -&gt;</a:t>
            </a:r>
          </a:p>
          <a:p>
            <a:pPr lvl="1" fontAlgn="base"/>
            <a:r>
              <a:rPr lang="en-US" dirty="0"/>
              <a:t>order</a:t>
            </a:r>
          </a:p>
          <a:p>
            <a:pPr lvl="1" fontAlgn="base"/>
            <a:r>
              <a:rPr lang="en-US" dirty="0" smtClean="0"/>
              <a:t>production</a:t>
            </a:r>
          </a:p>
          <a:p>
            <a:pPr fontAlgn="base"/>
            <a:r>
              <a:rPr lang="en-US" dirty="0"/>
              <a:t>This is how it all works: 👇</a:t>
            </a:r>
          </a:p>
          <a:p>
            <a:pPr marL="0" indent="0">
              <a:buNone/>
            </a:pPr>
            <a:r>
              <a:rPr lang="en-US" dirty="0"/>
              <a:t/>
            </a:r>
            <a:br>
              <a:rPr lang="en-US" dirty="0"/>
            </a:b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338" name="Picture 2" descr="Alt Tex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599" y="3307079"/>
            <a:ext cx="7276465" cy="2697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70463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never:</a:t>
            </a:r>
          </a:p>
          <a:p>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3262432"/>
          </a:xfrm>
        </p:spPr>
        <p:txBody>
          <a:bodyPr/>
          <a:lstStyle/>
          <a:p>
            <a:pPr fontAlgn="base"/>
            <a:r>
              <a:rPr lang="en-US" i="1" dirty="0"/>
              <a:t>Get order from customer, fetch ingredients, start production, then serve.</a:t>
            </a:r>
            <a:endParaRPr lang="en-US" dirty="0"/>
          </a:p>
          <a:p>
            <a:pPr fontAlgn="base"/>
            <a:r>
              <a:rPr lang="en-US" dirty="0"/>
              <a:t>Let's make our functions. We'll use arrow functions here</a:t>
            </a:r>
            <a:r>
              <a:rPr lang="en-US" dirty="0" smtClean="0"/>
              <a:t>:</a:t>
            </a:r>
          </a:p>
          <a:p>
            <a:pPr fontAlgn="base"/>
            <a:endParaRPr lang="en-US" dirty="0"/>
          </a:p>
          <a:p>
            <a:pPr fontAlgn="base"/>
            <a:endParaRPr lang="en-US" dirty="0" smtClean="0"/>
          </a:p>
          <a:p>
            <a:pPr fontAlgn="base"/>
            <a:endParaRPr lang="en-US" dirty="0"/>
          </a:p>
          <a:p>
            <a:pPr fontAlgn="base"/>
            <a:endParaRPr lang="en-US" dirty="0" smtClean="0"/>
          </a:p>
          <a:p>
            <a:pPr fontAlgn="base"/>
            <a:r>
              <a:rPr lang="en-US" dirty="0"/>
              <a:t>Now, let's establish a relationship between these two functions using a callback, like this: 👇</a:t>
            </a:r>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2125" y="2247900"/>
            <a:ext cx="7921920"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2125" y="4618673"/>
            <a:ext cx="7921920" cy="140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142243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Let's do a small test</a:t>
            </a:r>
          </a:p>
          <a:p>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4985980"/>
          </a:xfrm>
        </p:spPr>
        <p:txBody>
          <a:bodyPr/>
          <a:lstStyle/>
          <a:p>
            <a:r>
              <a:rPr lang="en-US" dirty="0"/>
              <a:t>We'll use the </a:t>
            </a:r>
            <a:r>
              <a:rPr lang="en-US" dirty="0"/>
              <a:t>console.log()</a:t>
            </a:r>
            <a:r>
              <a:rPr lang="en-US" dirty="0"/>
              <a:t> function to conduct tests to clear up any doubts we might have regarding how we established the relationship between the two functions</a:t>
            </a:r>
            <a:r>
              <a:rPr lang="en-US" dirty="0" smtClean="0"/>
              <a:t>.</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pPr fontAlgn="base"/>
            <a:endParaRPr lang="en-US" dirty="0"/>
          </a:p>
          <a:p>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9720" y="2485073"/>
            <a:ext cx="8442960" cy="277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76378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b="1" dirty="0"/>
              <a:t>union:</a:t>
            </a:r>
          </a:p>
          <a:p>
            <a:r>
              <a:rPr lang="en-IN" dirty="0"/>
              <a:t/>
            </a:r>
            <a:br>
              <a:rPr lang="en-IN" dirty="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3057247"/>
          </a:xfrm>
        </p:spPr>
        <p:txBody>
          <a:bodyPr/>
          <a:lstStyle/>
          <a:p>
            <a:r>
              <a:rPr lang="en-US" dirty="0"/>
              <a:t>To run the test, we'll call the </a:t>
            </a:r>
            <a:r>
              <a:rPr lang="en-US" b="1" dirty="0"/>
              <a:t>order</a:t>
            </a:r>
            <a:r>
              <a:rPr lang="en-US" dirty="0"/>
              <a:t> function. And we'll add the second function named production as its argument</a:t>
            </a:r>
            <a:r>
              <a:rPr lang="en-US" dirty="0" smtClean="0"/>
              <a:t>.</a:t>
            </a:r>
          </a:p>
          <a:p>
            <a:endParaRPr lang="en-US" dirty="0"/>
          </a:p>
          <a:p>
            <a:endParaRPr lang="en-US" dirty="0" smtClean="0"/>
          </a:p>
          <a:p>
            <a:endParaRPr lang="en-US" dirty="0"/>
          </a:p>
          <a:p>
            <a:pPr fontAlgn="base"/>
            <a:r>
              <a:rPr lang="en-US" dirty="0"/>
              <a:t>Here's the result in our console 👇</a:t>
            </a:r>
          </a:p>
          <a:p>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9808" y="2195513"/>
            <a:ext cx="652462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0368" y="3898583"/>
            <a:ext cx="6188392"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756324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pPr fontAlgn="base"/>
            <a:r>
              <a:rPr lang="en-IN" b="1" dirty="0"/>
              <a:t>Clear out the console.log</a:t>
            </a:r>
          </a:p>
          <a:p>
            <a:r>
              <a:rPr lang="en-IN" dirty="0"/>
              <a:t/>
            </a:r>
            <a:br>
              <a:rPr lang="en-IN" dirty="0"/>
            </a:br>
            <a:r>
              <a:rPr lang="en-IN" dirty="0"/>
              <a:t> </a:t>
            </a:r>
            <a:r>
              <a:rPr lang="en-IN" b="1" dirty="0" smtClean="0"/>
              <a:t>:</a:t>
            </a:r>
            <a:endParaRPr lang="en-IN" b="1" dirty="0"/>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646331"/>
          </a:xfrm>
        </p:spPr>
        <p:txBody>
          <a:bodyPr/>
          <a:lstStyle/>
          <a:p>
            <a:r>
              <a:rPr lang="en-US" dirty="0"/>
              <a:t>Keep this code and remove everything [don't delete our stocks variable]. On our first function, pass another argument so that we can receive the order [Fruit name]:</a:t>
            </a: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7880" y="2273618"/>
            <a:ext cx="7288530" cy="313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936455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b="1" dirty="0"/>
              <a:t>Symbol :</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1610697"/>
          </a:xfrm>
        </p:spPr>
        <p:txBody>
          <a:bodyPr/>
          <a:lstStyle/>
          <a:p>
            <a:pPr fontAlgn="base"/>
            <a:r>
              <a:rPr lang="en-US" dirty="0"/>
              <a:t>Here are our steps, and the time each step will take to execute.</a:t>
            </a:r>
          </a:p>
          <a:p>
            <a:pPr fontAlgn="base"/>
            <a:r>
              <a:rPr lang="en-US" b="1" i="1" dirty="0"/>
              <a:t>Chart contains steps to make ice cream</a:t>
            </a:r>
            <a:endParaRPr lang="en-US" dirty="0"/>
          </a:p>
          <a:p>
            <a:pPr marL="0" indent="0">
              <a:buNone/>
            </a:pPr>
            <a:r>
              <a:rPr lang="en-US" dirty="0"/>
              <a:t/>
            </a:r>
            <a:br>
              <a:rPr lang="en-US" dirty="0"/>
            </a:b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9458" name="Picture 2" descr="Alt Tex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51930" y="2505235"/>
            <a:ext cx="6578250" cy="3841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54644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b="1" dirty="0"/>
              <a:t>Symbol :</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2441694"/>
          </a:xfrm>
        </p:spPr>
        <p:txBody>
          <a:bodyPr/>
          <a:lstStyle/>
          <a:p>
            <a:r>
              <a:rPr lang="en-US" dirty="0"/>
              <a:t>In this chart, you can see that step 1 is to place the order, which takes 2 seconds. </a:t>
            </a:r>
            <a:r>
              <a:rPr lang="en-US" dirty="0" smtClean="0"/>
              <a:t>Then </a:t>
            </a:r>
            <a:r>
              <a:rPr lang="en-US" dirty="0"/>
              <a:t>step 2 is cut the fruit (2 seconds), step 3 is add water and ice (1 second), step 4 is to start the machine (1 second), step 5 is to select the container (2 seconds), step 6 is to select the toppings (3 seconds) and step 7, the final step, is to serve the ice cream which takes 2 seconds</a:t>
            </a:r>
            <a:r>
              <a:rPr lang="en-US" dirty="0" smtClean="0"/>
              <a:t>.</a:t>
            </a:r>
          </a:p>
          <a:p>
            <a:pPr fontAlgn="base"/>
            <a:r>
              <a:rPr lang="en-US" dirty="0"/>
              <a:t>To establish the timing, the function </a:t>
            </a:r>
            <a:r>
              <a:rPr lang="en-US" dirty="0" err="1"/>
              <a:t>setTimeout</a:t>
            </a:r>
            <a:r>
              <a:rPr lang="en-US" dirty="0"/>
              <a:t>() is excellent as it is also uses a callback by taking a function as an argument.</a:t>
            </a:r>
          </a:p>
          <a:p>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482" name="Picture 2" descr="Alt Tex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8999" y="3840479"/>
            <a:ext cx="6416041" cy="2451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372435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Type Annotation</a:t>
            </a:r>
          </a:p>
          <a:p>
            <a:r>
              <a:rPr lang="en-IN" dirty="0"/>
              <a:t/>
            </a:r>
            <a:br>
              <a:rPr lang="en-IN" dirty="0"/>
            </a:b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1887696"/>
          </a:xfrm>
        </p:spPr>
        <p:txBody>
          <a:bodyPr/>
          <a:lstStyle/>
          <a:p>
            <a:pPr fontAlgn="base"/>
            <a:r>
              <a:rPr lang="en-US" b="1" i="1" dirty="0"/>
              <a:t>Syntax of a </a:t>
            </a:r>
            <a:r>
              <a:rPr lang="en-US" b="1" i="1" dirty="0" err="1"/>
              <a:t>setTimeout</a:t>
            </a:r>
            <a:r>
              <a:rPr lang="en-US" b="1" i="1" dirty="0"/>
              <a:t>() function</a:t>
            </a:r>
            <a:endParaRPr lang="en-US" dirty="0"/>
          </a:p>
          <a:p>
            <a:pPr fontAlgn="base"/>
            <a:r>
              <a:rPr lang="en-US" dirty="0"/>
              <a:t>Now, let's select our fruit and use this function:</a:t>
            </a:r>
          </a:p>
          <a:p>
            <a:pPr marL="0" indent="0">
              <a:buNone/>
            </a:pPr>
            <a:r>
              <a:rPr lang="en-US" dirty="0"/>
              <a:t/>
            </a:r>
            <a:br>
              <a:rPr lang="en-US" dirty="0"/>
            </a:br>
            <a:r>
              <a:rPr lang="en-US" dirty="0"/>
              <a:t/>
            </a:r>
            <a:br>
              <a:rPr lang="en-US" dirty="0"/>
            </a:br>
            <a:r>
              <a:rPr lang="en-US" dirty="0"/>
              <a:t> </a:t>
            </a:r>
            <a:r>
              <a:rPr lang="en-US" dirty="0"/>
              <a:t> </a:t>
            </a:r>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4560" y="2189929"/>
            <a:ext cx="7863840" cy="4033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7722615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err="1"/>
              <a:t>Enum</a:t>
            </a:r>
            <a:endParaRPr lang="en-IN" dirty="0"/>
          </a:p>
          <a:p>
            <a:r>
              <a:rPr lang="en-IN" dirty="0"/>
              <a:t/>
            </a:r>
            <a:br>
              <a:rPr lang="en-IN" dirty="0"/>
            </a:br>
            <a:r>
              <a:rPr lang="en-IN" dirty="0"/>
              <a:t/>
            </a:r>
            <a:br>
              <a:rPr lang="en-IN" dirty="0"/>
            </a:b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851515"/>
          </a:xfrm>
        </p:spPr>
        <p:txBody>
          <a:bodyPr/>
          <a:lstStyle/>
          <a:p>
            <a:pPr fontAlgn="base"/>
            <a:r>
              <a:rPr lang="en-US" dirty="0"/>
              <a:t>And here's the result in the console: 👇</a:t>
            </a:r>
          </a:p>
          <a:p>
            <a:pPr fontAlgn="base"/>
            <a:r>
              <a:rPr lang="en-US" b="1" dirty="0"/>
              <a:t>Note</a:t>
            </a:r>
            <a:r>
              <a:rPr lang="en-US" dirty="0"/>
              <a:t> that the result is displayed after 2 seconds.</a:t>
            </a:r>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8320" y="2724150"/>
            <a:ext cx="646938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230967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err="1"/>
              <a:t>Enum</a:t>
            </a:r>
            <a:endParaRPr lang="en-IN" dirty="0"/>
          </a:p>
          <a:p>
            <a:r>
              <a:rPr lang="en-IN" dirty="0"/>
              <a:t/>
            </a:r>
            <a:br>
              <a:rPr lang="en-IN" dirty="0"/>
            </a:br>
            <a:r>
              <a:rPr lang="en-IN" dirty="0"/>
              <a:t/>
            </a:r>
            <a:br>
              <a:rPr lang="en-IN" dirty="0"/>
            </a:b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3744615"/>
          </a:xfrm>
        </p:spPr>
        <p:txBody>
          <a:bodyPr/>
          <a:lstStyle/>
          <a:p>
            <a:r>
              <a:rPr lang="en-US" dirty="0" smtClean="0"/>
              <a:t>Now </a:t>
            </a:r>
            <a:r>
              <a:rPr lang="en-US" dirty="0"/>
              <a:t>we'll start writing our production function with the following code.👇 We'll use arrow functions</a:t>
            </a:r>
            <a:r>
              <a:rPr lang="en-US" dirty="0" smtClean="0"/>
              <a:t>:</a:t>
            </a:r>
          </a:p>
          <a:p>
            <a:endParaRPr lang="en-US" dirty="0"/>
          </a:p>
          <a:p>
            <a:endParaRPr lang="en-US" dirty="0" smtClean="0"/>
          </a:p>
          <a:p>
            <a:endParaRPr lang="en-US" dirty="0"/>
          </a:p>
          <a:p>
            <a:endParaRPr lang="en-US" dirty="0" smtClean="0"/>
          </a:p>
          <a:p>
            <a:endParaRPr lang="en-US" dirty="0"/>
          </a:p>
          <a:p>
            <a:pPr fontAlgn="base"/>
            <a:r>
              <a:rPr lang="en-US" dirty="0"/>
              <a:t>And here's the result 👇</a:t>
            </a:r>
          </a:p>
          <a:p>
            <a:pPr marL="0" indent="0">
              <a:buNone/>
            </a:pP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8280" y="2095500"/>
            <a:ext cx="674751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9934" y="4442460"/>
            <a:ext cx="620458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937663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err="1"/>
              <a:t>Enum</a:t>
            </a:r>
            <a:endParaRPr lang="en-IN" dirty="0"/>
          </a:p>
          <a:p>
            <a:r>
              <a:rPr lang="en-IN" dirty="0"/>
              <a:t/>
            </a:r>
            <a:br>
              <a:rPr lang="en-IN" dirty="0"/>
            </a:br>
            <a:r>
              <a:rPr lang="en-IN" dirty="0"/>
              <a:t/>
            </a:r>
            <a:br>
              <a:rPr lang="en-IN" dirty="0"/>
            </a:b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4226798"/>
          </a:xfrm>
        </p:spPr>
        <p:txBody>
          <a:bodyPr/>
          <a:lstStyle/>
          <a:p>
            <a:r>
              <a:rPr lang="en-US" dirty="0"/>
              <a:t>We'll nest another </a:t>
            </a:r>
            <a:r>
              <a:rPr lang="en-US" dirty="0" err="1"/>
              <a:t>setTimeout</a:t>
            </a:r>
            <a:r>
              <a:rPr lang="en-US" dirty="0"/>
              <a:t> function in our existing </a:t>
            </a:r>
            <a:r>
              <a:rPr lang="en-US" dirty="0" err="1"/>
              <a:t>setTimeout</a:t>
            </a:r>
            <a:r>
              <a:rPr lang="en-US" dirty="0"/>
              <a:t> function to chop the fruit. Like this</a:t>
            </a:r>
            <a:r>
              <a:rPr lang="en-US" dirty="0" smtClean="0"/>
              <a:t>:</a:t>
            </a:r>
          </a:p>
          <a:p>
            <a:endParaRPr lang="en-US" dirty="0"/>
          </a:p>
          <a:p>
            <a:endParaRPr lang="en-US" dirty="0" smtClean="0"/>
          </a:p>
          <a:p>
            <a:endParaRPr lang="en-US" dirty="0"/>
          </a:p>
          <a:p>
            <a:endParaRPr lang="en-US" dirty="0" smtClean="0"/>
          </a:p>
          <a:p>
            <a:endParaRPr lang="en-US" dirty="0"/>
          </a:p>
          <a:p>
            <a:endParaRPr lang="en-US" dirty="0" smtClean="0"/>
          </a:p>
          <a:p>
            <a:pPr fontAlgn="base"/>
            <a:r>
              <a:rPr lang="en-US" dirty="0"/>
              <a:t>And here's the result 👇</a:t>
            </a:r>
          </a:p>
          <a:p>
            <a:pPr marL="0" indent="0">
              <a:buNone/>
            </a:pPr>
            <a:r>
              <a:rPr lang="en-US" dirty="0"/>
              <a:t> </a:t>
            </a: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9720" y="1608297"/>
            <a:ext cx="8260080" cy="2526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0580" y="5090160"/>
            <a:ext cx="6728460" cy="1458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48642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Arrays</a:t>
            </a:r>
          </a:p>
          <a:p>
            <a:r>
              <a:rPr lang="en-IN" dirty="0"/>
              <a:t/>
            </a:r>
            <a:br>
              <a:rPr lang="en-IN" dirty="0"/>
            </a:br>
            <a:endParaRPr lang="en-IN" dirty="0"/>
          </a:p>
          <a:p>
            <a:r>
              <a:rPr lang="en-IN" dirty="0"/>
              <a:t/>
            </a:r>
            <a:br>
              <a:rPr lang="en-IN" dirty="0"/>
            </a:br>
            <a:r>
              <a:rPr lang="en-IN" dirty="0"/>
              <a:t/>
            </a:r>
            <a:br>
              <a:rPr lang="en-IN" dirty="0"/>
            </a:b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1610697"/>
          </a:xfrm>
        </p:spPr>
        <p:txBody>
          <a:bodyPr/>
          <a:lstStyle/>
          <a:p>
            <a:pPr fontAlgn="base"/>
            <a:r>
              <a:rPr lang="en-US" dirty="0"/>
              <a:t>If you remember, here are our steps:</a:t>
            </a:r>
          </a:p>
          <a:p>
            <a:pPr fontAlgn="base"/>
            <a:r>
              <a:rPr lang="en-US" b="1" i="1" dirty="0"/>
              <a:t>Chart contains steps to make ice cream</a:t>
            </a:r>
            <a:endParaRPr lang="en-US" dirty="0"/>
          </a:p>
          <a:p>
            <a:pPr marL="0" indent="0">
              <a:buNone/>
            </a:pPr>
            <a:r>
              <a:rPr lang="en-US" dirty="0"/>
              <a:t/>
            </a:r>
            <a:br>
              <a:rPr lang="en-US" dirty="0"/>
            </a:b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5602" name="Picture 2" descr="Alt Tex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50720" y="2606040"/>
            <a:ext cx="8488680" cy="3345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677861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Arrays</a:t>
            </a:r>
          </a:p>
          <a:p>
            <a:r>
              <a:rPr lang="en-IN" dirty="0"/>
              <a:t/>
            </a:r>
            <a:br>
              <a:rPr lang="en-IN" dirty="0"/>
            </a:br>
            <a:endParaRPr lang="en-IN" dirty="0"/>
          </a:p>
          <a:p>
            <a:r>
              <a:rPr lang="en-IN" dirty="0"/>
              <a:t/>
            </a:r>
            <a:br>
              <a:rPr lang="en-IN" dirty="0"/>
            </a:br>
            <a:r>
              <a:rPr lang="en-IN" dirty="0"/>
              <a:t/>
            </a:r>
            <a:br>
              <a:rPr lang="en-IN" dirty="0"/>
            </a:b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1405513"/>
          </a:xfrm>
        </p:spPr>
        <p:txBody>
          <a:bodyPr/>
          <a:lstStyle/>
          <a:p>
            <a:pPr fontAlgn="base"/>
            <a:r>
              <a:rPr lang="en-US" dirty="0"/>
              <a:t>Let's complete our ice cream production by nesting a function inside another function – this is also known as a callback, remember?</a:t>
            </a:r>
          </a:p>
          <a:p>
            <a:r>
              <a:rPr lang="en-US" dirty="0"/>
              <a:t/>
            </a:r>
            <a:br>
              <a:rPr lang="en-US" dirty="0"/>
            </a:b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2640" y="1849595"/>
            <a:ext cx="9037320" cy="4447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838597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Arrays</a:t>
            </a:r>
          </a:p>
          <a:p>
            <a:r>
              <a:rPr lang="en-IN" dirty="0"/>
              <a:t/>
            </a:r>
            <a:br>
              <a:rPr lang="en-IN" dirty="0"/>
            </a:br>
            <a:endParaRPr lang="en-IN" dirty="0"/>
          </a:p>
          <a:p>
            <a:r>
              <a:rPr lang="en-IN" dirty="0"/>
              <a:t/>
            </a:r>
            <a:br>
              <a:rPr lang="en-IN" dirty="0"/>
            </a:br>
            <a:r>
              <a:rPr lang="en-IN" dirty="0"/>
              <a:t/>
            </a:r>
            <a:br>
              <a:rPr lang="en-IN" dirty="0"/>
            </a:b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1128514"/>
          </a:xfrm>
        </p:spPr>
        <p:txBody>
          <a:bodyPr/>
          <a:lstStyle/>
          <a:p>
            <a:pPr fontAlgn="base"/>
            <a:r>
              <a:rPr lang="en-US" dirty="0"/>
              <a:t>And here's the result in the console 👇</a:t>
            </a:r>
          </a:p>
          <a:p>
            <a:r>
              <a:rPr lang="en-US" dirty="0"/>
              <a:t/>
            </a:r>
            <a:br>
              <a:rPr lang="en-US" dirty="0"/>
            </a:b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4520" y="1847850"/>
            <a:ext cx="8519159" cy="316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110351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err="1" smtClean="0"/>
              <a:t>Callback</a:t>
            </a:r>
            <a:r>
              <a:rPr lang="en-IN" dirty="0" smtClean="0"/>
              <a:t> Hell</a:t>
            </a:r>
            <a:endParaRPr lang="en-IN" dirty="0"/>
          </a:p>
          <a:p>
            <a:r>
              <a:rPr lang="en-IN" dirty="0"/>
              <a:t/>
            </a:r>
            <a:br>
              <a:rPr lang="en-IN" dirty="0"/>
            </a:br>
            <a:endParaRPr lang="en-IN" dirty="0"/>
          </a:p>
          <a:p>
            <a:r>
              <a:rPr lang="en-IN" dirty="0"/>
              <a:t/>
            </a:r>
            <a:br>
              <a:rPr lang="en-IN" dirty="0"/>
            </a:br>
            <a:r>
              <a:rPr lang="en-IN" dirty="0"/>
              <a:t/>
            </a:r>
            <a:br>
              <a:rPr lang="en-IN" dirty="0"/>
            </a:b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369332"/>
          </a:xfrm>
        </p:spPr>
        <p:txBody>
          <a:bodyPr/>
          <a:lstStyle/>
          <a:p>
            <a:r>
              <a:rPr lang="en-US" dirty="0"/>
              <a:t>This is called callback hell. It looks something like this (remember that code just above?): 👇</a:t>
            </a: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8674" name="Picture 2" descr="Alt Tex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0631" y="2392680"/>
            <a:ext cx="8839079" cy="3444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432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How to Use Promises to Escape Callback Hell</a:t>
            </a:r>
          </a:p>
          <a:p>
            <a:endParaRPr lang="en-IN" dirty="0" smtClean="0"/>
          </a:p>
          <a:p>
            <a:r>
              <a:rPr lang="en-IN" dirty="0"/>
              <a:t/>
            </a:r>
            <a:br>
              <a:rPr lang="en-IN" dirty="0"/>
            </a:br>
            <a:endParaRPr lang="en-IN" dirty="0"/>
          </a:p>
          <a:p>
            <a:r>
              <a:rPr lang="en-IN" dirty="0"/>
              <a:t/>
            </a:r>
            <a:br>
              <a:rPr lang="en-IN" dirty="0"/>
            </a:br>
            <a:r>
              <a:rPr lang="en-IN" dirty="0"/>
              <a:t/>
            </a:r>
            <a:br>
              <a:rPr lang="en-IN" dirty="0"/>
            </a:b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1887696"/>
          </a:xfrm>
        </p:spPr>
        <p:txBody>
          <a:bodyPr/>
          <a:lstStyle/>
          <a:p>
            <a:pPr fontAlgn="base"/>
            <a:r>
              <a:rPr lang="en-US" dirty="0"/>
              <a:t>Promises were invented to solve the problem of callback hell and to better handle our tasks.</a:t>
            </a:r>
          </a:p>
          <a:p>
            <a:pPr fontAlgn="base"/>
            <a:r>
              <a:rPr lang="en-US" dirty="0"/>
              <a:t>This is how a promise looks:</a:t>
            </a:r>
          </a:p>
          <a:p>
            <a:pPr marL="0" indent="0">
              <a:buNone/>
            </a:pPr>
            <a:r>
              <a:rPr lang="en-US" dirty="0"/>
              <a:t/>
            </a:r>
            <a:br>
              <a:rPr lang="en-US" dirty="0"/>
            </a:br>
            <a:r>
              <a:rPr lang="en-US" dirty="0"/>
              <a:t/>
            </a:r>
            <a:br>
              <a:rPr lang="en-US" dirty="0"/>
            </a:b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9698" name="Picture 2" descr="Alt Tex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9853" y="2418061"/>
            <a:ext cx="6986588" cy="34851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194058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smtClean="0"/>
              <a:t>Promise</a:t>
            </a:r>
            <a:endParaRPr lang="en-IN" dirty="0"/>
          </a:p>
          <a:p>
            <a:r>
              <a:rPr lang="en-IN" dirty="0"/>
              <a:t/>
            </a:r>
            <a:br>
              <a:rPr lang="en-IN" dirty="0"/>
            </a:br>
            <a:endParaRPr lang="en-IN" dirty="0"/>
          </a:p>
          <a:p>
            <a:r>
              <a:rPr lang="en-IN" dirty="0"/>
              <a:t/>
            </a:r>
            <a:br>
              <a:rPr lang="en-IN" dirty="0"/>
            </a:br>
            <a:r>
              <a:rPr lang="en-IN" dirty="0"/>
              <a:t/>
            </a:r>
            <a:br>
              <a:rPr lang="en-IN" dirty="0"/>
            </a:b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851515"/>
          </a:xfrm>
        </p:spPr>
        <p:txBody>
          <a:bodyPr/>
          <a:lstStyle/>
          <a:p>
            <a:pPr fontAlgn="base"/>
            <a:r>
              <a:rPr lang="en-IN" dirty="0"/>
              <a:t>Let's dissect promises together.</a:t>
            </a:r>
          </a:p>
          <a:p>
            <a:endParaRPr lang="en-US" dirty="0"/>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0722" name="Picture 2" descr="Alt Tex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6975" y="1357311"/>
            <a:ext cx="5026025" cy="2268207"/>
          </a:xfrm>
          <a:prstGeom prst="rect">
            <a:avLst/>
          </a:prstGeom>
          <a:noFill/>
          <a:extLst>
            <a:ext uri="{909E8E84-426E-40DD-AFC4-6F175D3DCCD1}">
              <a14:hiddenFill xmlns:a14="http://schemas.microsoft.com/office/drawing/2010/main">
                <a:solidFill>
                  <a:srgbClr val="FFFFFF"/>
                </a:solidFill>
              </a14:hiddenFill>
            </a:ext>
          </a:extLst>
        </p:spPr>
      </p:pic>
      <p:pic>
        <p:nvPicPr>
          <p:cNvPr id="30724" name="Picture 4" descr="Alt Tex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4095" y="3888304"/>
            <a:ext cx="5668645" cy="2558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2294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An illustration of the life of a promise</a:t>
            </a:r>
          </a:p>
          <a:p>
            <a:endParaRPr lang="en-US" dirty="0"/>
          </a:p>
          <a:p>
            <a:endParaRPr lang="en-IN" dirty="0" smtClean="0"/>
          </a:p>
          <a:p>
            <a:r>
              <a:rPr lang="en-IN" dirty="0"/>
              <a:t/>
            </a:r>
            <a:br>
              <a:rPr lang="en-IN" dirty="0"/>
            </a:br>
            <a:endParaRPr lang="en-IN" dirty="0"/>
          </a:p>
          <a:p>
            <a:r>
              <a:rPr lang="en-IN" dirty="0"/>
              <a:t/>
            </a:r>
            <a:br>
              <a:rPr lang="en-IN" dirty="0"/>
            </a:br>
            <a:endParaRPr lang="en-IN" dirty="0"/>
          </a:p>
          <a:p>
            <a:r>
              <a:rPr lang="en-IN" dirty="0"/>
              <a:t/>
            </a:r>
            <a:br>
              <a:rPr lang="en-IN" dirty="0"/>
            </a:br>
            <a:r>
              <a:rPr lang="en-IN" dirty="0"/>
              <a:t/>
            </a:r>
            <a:br>
              <a:rPr lang="en-IN" dirty="0"/>
            </a:b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3057247"/>
          </a:xfrm>
        </p:spPr>
        <p:txBody>
          <a:bodyPr/>
          <a:lstStyle/>
          <a:p>
            <a:pPr fontAlgn="base"/>
            <a:r>
              <a:rPr lang="en-US" dirty="0"/>
              <a:t>As the above charts show, a promise has three states:</a:t>
            </a:r>
          </a:p>
          <a:p>
            <a:pPr fontAlgn="base"/>
            <a:r>
              <a:rPr lang="en-US" b="1" dirty="0"/>
              <a:t>Pending:</a:t>
            </a:r>
            <a:r>
              <a:rPr lang="en-US" dirty="0"/>
              <a:t> This is the initial stage. Nothing happens here. Think of it like this, your customer is taking their time giving you an order. But they haven't ordered anything yet.</a:t>
            </a:r>
          </a:p>
          <a:p>
            <a:pPr fontAlgn="base"/>
            <a:r>
              <a:rPr lang="en-US" b="1" dirty="0"/>
              <a:t>Resolved:</a:t>
            </a:r>
            <a:r>
              <a:rPr lang="en-US" dirty="0"/>
              <a:t> This means that your customer has received their food and is happy.</a:t>
            </a:r>
          </a:p>
          <a:p>
            <a:pPr fontAlgn="base"/>
            <a:r>
              <a:rPr lang="en-US" b="1" dirty="0" smtClean="0"/>
              <a:t>Rejected:</a:t>
            </a:r>
            <a:r>
              <a:rPr lang="en-US" dirty="0" smtClean="0"/>
              <a:t> This means that your customer didn't receive their order and left the restaurant.</a:t>
            </a:r>
          </a:p>
          <a:p>
            <a:pPr fontAlgn="base"/>
            <a:r>
              <a:rPr lang="en-US" dirty="0"/>
              <a:t>Let's adopt promises to our ice cream production case study.</a:t>
            </a:r>
          </a:p>
          <a:p>
            <a:endParaRPr lang="en-US" dirty="0"/>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3223975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Tuple</a:t>
            </a:r>
          </a:p>
          <a:p>
            <a:r>
              <a:rPr lang="en-IN" dirty="0"/>
              <a:t/>
            </a:r>
            <a:br>
              <a:rPr lang="en-IN" dirty="0"/>
            </a:br>
            <a:endParaRPr lang="en-IN" dirty="0"/>
          </a:p>
          <a:p>
            <a:r>
              <a:rPr lang="en-IN" dirty="0"/>
              <a:t/>
            </a:r>
            <a:br>
              <a:rPr lang="en-IN" dirty="0"/>
            </a:br>
            <a:endParaRPr lang="en-IN" dirty="0"/>
          </a:p>
          <a:p>
            <a:r>
              <a:rPr lang="en-IN" dirty="0"/>
              <a:t/>
            </a:r>
            <a:br>
              <a:rPr lang="en-IN" dirty="0"/>
            </a:br>
            <a:r>
              <a:rPr lang="en-IN" dirty="0"/>
              <a:t/>
            </a:r>
            <a:br>
              <a:rPr lang="en-IN" dirty="0"/>
            </a:b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3005951"/>
          </a:xfrm>
        </p:spPr>
        <p:txBody>
          <a:bodyPr/>
          <a:lstStyle/>
          <a:p>
            <a:pPr fontAlgn="base"/>
            <a:r>
              <a:rPr lang="en-US" dirty="0"/>
              <a:t>We need to understand four more things first -&gt;</a:t>
            </a:r>
          </a:p>
          <a:p>
            <a:pPr lvl="1" fontAlgn="base"/>
            <a:r>
              <a:rPr lang="en-US" dirty="0"/>
              <a:t>Relationship between time and work</a:t>
            </a:r>
          </a:p>
          <a:p>
            <a:pPr lvl="1" fontAlgn="base"/>
            <a:r>
              <a:rPr lang="en-US" dirty="0"/>
              <a:t>Promise chaining</a:t>
            </a:r>
          </a:p>
          <a:p>
            <a:pPr lvl="1" fontAlgn="base"/>
            <a:r>
              <a:rPr lang="en-US" dirty="0"/>
              <a:t>Error handling</a:t>
            </a:r>
          </a:p>
          <a:p>
            <a:pPr lvl="1" fontAlgn="base"/>
            <a:r>
              <a:rPr lang="en-US" dirty="0"/>
              <a:t>The .finally </a:t>
            </a:r>
            <a:r>
              <a:rPr lang="en-US" dirty="0" smtClean="0"/>
              <a:t>handler</a:t>
            </a:r>
          </a:p>
          <a:p>
            <a:pPr fontAlgn="base"/>
            <a:r>
              <a:rPr lang="en-US" dirty="0"/>
              <a:t>Let's start our ice cream shop and understand each of these concepts one by one by taking baby steps.</a:t>
            </a:r>
          </a:p>
          <a:p>
            <a:pPr marL="0" indent="0">
              <a:buNone/>
            </a:pPr>
            <a:r>
              <a:rPr lang="en-US" dirty="0"/>
              <a:t/>
            </a:r>
            <a:br>
              <a:rPr lang="en-US" dirty="0"/>
            </a:br>
            <a:endParaRPr lang="en-US" dirty="0"/>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72389106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Relationship between time and work</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1610697"/>
          </a:xfrm>
        </p:spPr>
        <p:txBody>
          <a:bodyPr/>
          <a:lstStyle/>
          <a:p>
            <a:pPr fontAlgn="base"/>
            <a:r>
              <a:rPr lang="en-US" dirty="0"/>
              <a:t>If you remember, these are our steps and the time each takes to make ice cream"</a:t>
            </a:r>
          </a:p>
          <a:p>
            <a:pPr fontAlgn="base"/>
            <a:r>
              <a:rPr lang="en-US" b="1" i="1" dirty="0"/>
              <a:t>Chart contains steps to make ice cream</a:t>
            </a:r>
            <a:endParaRPr lang="en-US" dirty="0"/>
          </a:p>
          <a:p>
            <a:pPr marL="0" indent="0">
              <a:buNone/>
            </a:pPr>
            <a:r>
              <a:rPr lang="en-US" dirty="0"/>
              <a:t/>
            </a:r>
            <a:br>
              <a:rPr lang="en-US" dirty="0"/>
            </a:b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1746" name="Picture 2" descr="Alt Tex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13560" y="2240280"/>
            <a:ext cx="8366760" cy="3494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325208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Rest and spread operators</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2575064"/>
          </a:xfrm>
        </p:spPr>
        <p:txBody>
          <a:bodyPr/>
          <a:lstStyle/>
          <a:p>
            <a:pPr fontAlgn="base"/>
            <a:r>
              <a:rPr lang="en-US" dirty="0"/>
              <a:t>For this to happen, let's create a variable in JavaScript: 👇</a:t>
            </a:r>
          </a:p>
          <a:p>
            <a:pPr marL="0" indent="0">
              <a:buNone/>
            </a:pPr>
            <a:endParaRPr lang="en-US" dirty="0" smtClean="0"/>
          </a:p>
          <a:p>
            <a:endParaRPr lang="en-US" dirty="0"/>
          </a:p>
          <a:p>
            <a:pPr fontAlgn="base"/>
            <a:r>
              <a:rPr lang="en-US" dirty="0"/>
              <a:t>Now create a function named order and pass two arguments named time, work:</a:t>
            </a:r>
          </a:p>
          <a:p>
            <a:pPr marL="0" indent="0">
              <a:buNone/>
            </a:pPr>
            <a:r>
              <a:rPr lang="en-US" dirty="0"/>
              <a:t/>
            </a:r>
            <a:br>
              <a:rPr lang="en-US" dirty="0"/>
            </a:b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2225" y="1762125"/>
            <a:ext cx="478155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539489"/>
            <a:ext cx="5636895" cy="1001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4793274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Using </a:t>
            </a:r>
            <a:r>
              <a:rPr lang="en-US" dirty="0" err="1"/>
              <a:t>Destructuring</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4719241"/>
          </a:xfrm>
        </p:spPr>
        <p:txBody>
          <a:bodyPr/>
          <a:lstStyle/>
          <a:p>
            <a:pPr fontAlgn="base"/>
            <a:r>
              <a:rPr lang="en-US" dirty="0"/>
              <a:t>Now, we're </a:t>
            </a:r>
            <a:r>
              <a:rPr lang="en-US" dirty="0" err="1"/>
              <a:t>gonna</a:t>
            </a:r>
            <a:r>
              <a:rPr lang="en-US" dirty="0"/>
              <a:t> make a promise to our customer, "We will serve you ice-cream" Like this -&gt;</a:t>
            </a:r>
          </a:p>
          <a:p>
            <a:endParaRPr lang="en-US" dirty="0" smtClean="0"/>
          </a:p>
          <a:p>
            <a:endParaRPr lang="en-US" dirty="0"/>
          </a:p>
          <a:p>
            <a:endParaRPr lang="en-US" dirty="0" smtClean="0"/>
          </a:p>
          <a:p>
            <a:endParaRPr lang="en-US" dirty="0"/>
          </a:p>
          <a:p>
            <a:pPr fontAlgn="base"/>
            <a:endParaRPr lang="en-US" dirty="0" smtClean="0"/>
          </a:p>
          <a:p>
            <a:pPr fontAlgn="base"/>
            <a:r>
              <a:rPr lang="en-US" dirty="0" smtClean="0"/>
              <a:t>Our </a:t>
            </a:r>
            <a:r>
              <a:rPr lang="en-US" dirty="0"/>
              <a:t>promise has 2 parts:</a:t>
            </a:r>
          </a:p>
          <a:p>
            <a:pPr lvl="1" fontAlgn="base"/>
            <a:r>
              <a:rPr lang="en-US" dirty="0"/>
              <a:t>Resolved [ ice cream delivered ]</a:t>
            </a:r>
          </a:p>
          <a:p>
            <a:pPr lvl="1" fontAlgn="base"/>
            <a:r>
              <a:rPr lang="en-US" dirty="0"/>
              <a:t>Rejected [ customer didn't get ice cream ]</a:t>
            </a:r>
          </a:p>
          <a:p>
            <a:pPr marL="0" indent="0">
              <a:buNone/>
            </a:pPr>
            <a:r>
              <a:rPr lang="en-US" dirty="0"/>
              <a:t/>
            </a:r>
            <a:br>
              <a:rPr lang="en-US" dirty="0"/>
            </a:b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3120" y="2257425"/>
            <a:ext cx="5663565" cy="122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42354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Using </a:t>
            </a:r>
            <a:r>
              <a:rPr lang="en-US" dirty="0" err="1"/>
              <a:t>Destructuring</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4503797"/>
          </a:xfrm>
        </p:spPr>
        <p:txBody>
          <a:bodyPr/>
          <a:lstStyle/>
          <a:p>
            <a:endParaRPr lang="en-US" b="1" dirty="0"/>
          </a:p>
          <a:p>
            <a:endParaRPr lang="en-US" b="1" dirty="0" smtClean="0"/>
          </a:p>
          <a:p>
            <a:pPr fontAlgn="base"/>
            <a:endParaRPr lang="en-US" dirty="0" smtClean="0"/>
          </a:p>
          <a:p>
            <a:pPr fontAlgn="base"/>
            <a:endParaRPr lang="en-US" dirty="0"/>
          </a:p>
          <a:p>
            <a:pPr fontAlgn="base"/>
            <a:endParaRPr lang="en-US" dirty="0" smtClean="0"/>
          </a:p>
          <a:p>
            <a:pPr marL="0" indent="0" fontAlgn="base">
              <a:buNone/>
            </a:pPr>
            <a:endParaRPr lang="en-US" dirty="0" smtClean="0"/>
          </a:p>
          <a:p>
            <a:pPr fontAlgn="base"/>
            <a:endParaRPr lang="en-US" dirty="0"/>
          </a:p>
          <a:p>
            <a:pPr fontAlgn="base"/>
            <a:r>
              <a:rPr lang="en-US" dirty="0" smtClean="0"/>
              <a:t>Now</a:t>
            </a:r>
            <a:r>
              <a:rPr lang="en-US" dirty="0"/>
              <a:t>, we're </a:t>
            </a:r>
            <a:r>
              <a:rPr lang="en-US" dirty="0" err="1"/>
              <a:t>gonna</a:t>
            </a:r>
            <a:r>
              <a:rPr lang="en-US" dirty="0"/>
              <a:t> use our newly created function to start ice-cream production.</a:t>
            </a:r>
          </a:p>
          <a:p>
            <a:pPr marL="0" indent="0">
              <a:buNone/>
            </a:pPr>
            <a:r>
              <a:rPr lang="en-US" dirty="0"/>
              <a:t/>
            </a:r>
            <a:br>
              <a:rPr lang="en-US" dirty="0"/>
            </a:b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4960" y="1543050"/>
            <a:ext cx="8580119" cy="234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1593345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Using </a:t>
            </a:r>
            <a:r>
              <a:rPr lang="en-US" dirty="0" err="1"/>
              <a:t>Destructuring</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4021614"/>
          </a:xfrm>
        </p:spPr>
        <p:txBody>
          <a:bodyPr/>
          <a:lstStyle/>
          <a:p>
            <a:pPr fontAlgn="base"/>
            <a:r>
              <a:rPr lang="en-US" dirty="0"/>
              <a:t>Now, we're </a:t>
            </a:r>
            <a:r>
              <a:rPr lang="en-US" dirty="0" err="1"/>
              <a:t>gonna</a:t>
            </a:r>
            <a:r>
              <a:rPr lang="en-US" dirty="0"/>
              <a:t> use our newly created function to start ice-cream production</a:t>
            </a:r>
            <a:r>
              <a:rPr lang="en-US" dirty="0" smtClean="0"/>
              <a:t>.</a:t>
            </a:r>
          </a:p>
          <a:p>
            <a:pPr fontAlgn="base"/>
            <a:endParaRPr lang="en-US" dirty="0"/>
          </a:p>
          <a:p>
            <a:pPr fontAlgn="base"/>
            <a:endParaRPr lang="en-US" dirty="0" smtClean="0"/>
          </a:p>
          <a:p>
            <a:pPr fontAlgn="base"/>
            <a:endParaRPr lang="en-US" dirty="0"/>
          </a:p>
          <a:p>
            <a:pPr fontAlgn="base"/>
            <a:endParaRPr lang="en-US" dirty="0" smtClean="0"/>
          </a:p>
          <a:p>
            <a:pPr fontAlgn="base"/>
            <a:r>
              <a:rPr lang="en-US" dirty="0"/>
              <a:t>The result 👇 after 2 seconds looks like this:</a:t>
            </a:r>
          </a:p>
          <a:p>
            <a:pPr marL="0" indent="0">
              <a:buNone/>
            </a:pPr>
            <a:r>
              <a:rPr lang="en-US" dirty="0"/>
              <a:t/>
            </a:r>
            <a:br>
              <a:rPr lang="en-US" dirty="0"/>
            </a:br>
            <a:endParaRPr lang="en-US" dirty="0"/>
          </a:p>
          <a:p>
            <a:pPr marL="0" indent="0">
              <a:buNone/>
            </a:pPr>
            <a:endParaRPr lang="en-US" dirty="0"/>
          </a:p>
        </p:txBody>
      </p:sp>
      <p:sp>
        <p:nvSpPr>
          <p:cNvPr id="3" name="Rectangle 1"/>
          <p:cNvSpPr>
            <a:spLocks noChangeArrowheads="1"/>
          </p:cNvSpPr>
          <p:nvPr/>
        </p:nvSpPr>
        <p:spPr bwMode="auto">
          <a:xfrm>
            <a:off x="457200" y="2871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3347" y="2301240"/>
            <a:ext cx="7308693" cy="965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8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8073" y="4086224"/>
            <a:ext cx="6588032" cy="1583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779257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Promise chaining</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5745163"/>
          </a:xfrm>
        </p:spPr>
        <p:txBody>
          <a:bodyPr/>
          <a:lstStyle/>
          <a:p>
            <a:pPr fontAlgn="base"/>
            <a:r>
              <a:rPr lang="en-US" dirty="0"/>
              <a:t>In this method, we defining what we need to do when the first task is complete using the .then handler. It looks something like this </a:t>
            </a:r>
            <a:endParaRPr lang="en-US" dirty="0" smtClean="0"/>
          </a:p>
          <a:p>
            <a:pPr fontAlgn="base"/>
            <a:endParaRPr lang="en-US" dirty="0"/>
          </a:p>
          <a:p>
            <a:pPr fontAlgn="base"/>
            <a:endParaRPr lang="en-US" dirty="0" smtClean="0"/>
          </a:p>
          <a:p>
            <a:pPr fontAlgn="base"/>
            <a:endParaRPr lang="en-US" dirty="0"/>
          </a:p>
          <a:p>
            <a:pPr fontAlgn="base"/>
            <a:endParaRPr lang="en-US" dirty="0" smtClean="0"/>
          </a:p>
          <a:p>
            <a:pPr fontAlgn="base"/>
            <a:endParaRPr lang="en-US" dirty="0"/>
          </a:p>
          <a:p>
            <a:pPr fontAlgn="base"/>
            <a:endParaRPr lang="en-US" dirty="0" smtClean="0"/>
          </a:p>
          <a:p>
            <a:pPr fontAlgn="base"/>
            <a:r>
              <a:rPr lang="en-US" b="1" i="1" dirty="0"/>
              <a:t>Illustration of promise chaining using .then handler</a:t>
            </a:r>
            <a:endParaRPr lang="en-US" dirty="0"/>
          </a:p>
          <a:p>
            <a:pPr fontAlgn="base"/>
            <a:r>
              <a:rPr lang="en-US" dirty="0"/>
              <a:t>The .then handler returns a promise when our original promise is resolved.</a:t>
            </a:r>
          </a:p>
          <a:p>
            <a:pPr marL="0" indent="0">
              <a:buNone/>
            </a:pPr>
            <a:endParaRPr lang="en-US" dirty="0"/>
          </a:p>
          <a:p>
            <a:pPr marL="0" indent="0">
              <a:buNone/>
            </a:pPr>
            <a:r>
              <a:rPr lang="en-US" dirty="0"/>
              <a:t/>
            </a:r>
            <a:br>
              <a:rPr lang="en-US" dirty="0"/>
            </a:br>
            <a:endParaRPr lang="en-US" dirty="0"/>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6866" name="Picture 2" descr="Alt Tex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9055" y="1996439"/>
            <a:ext cx="9582150" cy="2682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137011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Promise chaining</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5550237"/>
          </a:xfrm>
        </p:spPr>
        <p:txBody>
          <a:bodyPr/>
          <a:lstStyle/>
          <a:p>
            <a:pPr fontAlgn="base"/>
            <a:r>
              <a:rPr lang="en-US" dirty="0"/>
              <a:t>Let me make it simpler: it's similar to giving instructions to someone. You tell someone to " First do this, then do that, then this other thing, then.., then.., then..." and so on.</a:t>
            </a:r>
          </a:p>
          <a:p>
            <a:pPr lvl="1" fontAlgn="base"/>
            <a:r>
              <a:rPr lang="en-US" dirty="0"/>
              <a:t>The first task is our original promise.</a:t>
            </a:r>
          </a:p>
          <a:p>
            <a:pPr lvl="1" fontAlgn="base"/>
            <a:r>
              <a:rPr lang="en-US" dirty="0"/>
              <a:t>The rest of the tasks return our promise once one small bit of work is </a:t>
            </a:r>
            <a:r>
              <a:rPr lang="en-US" dirty="0" smtClean="0"/>
              <a:t>completed</a:t>
            </a:r>
          </a:p>
          <a:p>
            <a:pPr fontAlgn="base"/>
            <a:r>
              <a:rPr lang="en-US" dirty="0"/>
              <a:t>Let's implement this on our project. At the bottom of your code write the following lines. 👇</a:t>
            </a:r>
          </a:p>
          <a:p>
            <a:pPr fontAlgn="base"/>
            <a:r>
              <a:rPr lang="en-US" b="1" dirty="0"/>
              <a:t>Note:</a:t>
            </a:r>
            <a:r>
              <a:rPr lang="en-US" dirty="0"/>
              <a:t> don't forget to write the return word inside your .then handler. Otherwise, it won't work properly. If you're curious, try removing the return once we finish the steps:</a:t>
            </a:r>
          </a:p>
          <a:p>
            <a:endParaRPr lang="en-US" dirty="0" smtClean="0"/>
          </a:p>
          <a:p>
            <a:endParaRPr lang="en-US" dirty="0"/>
          </a:p>
          <a:p>
            <a:endParaRPr lang="en-US" dirty="0" smtClean="0"/>
          </a:p>
          <a:p>
            <a:pPr fontAlgn="base"/>
            <a:r>
              <a:rPr lang="en-US" dirty="0"/>
              <a:t>And here's the result: 👇</a:t>
            </a:r>
          </a:p>
          <a:p>
            <a:r>
              <a:rPr lang="en-US" dirty="0"/>
              <a:t/>
            </a:r>
            <a:br>
              <a:rPr lang="en-US" dirty="0"/>
            </a:br>
            <a:r>
              <a:rPr lang="en-US" dirty="0"/>
              <a:t/>
            </a:r>
            <a:br>
              <a:rPr lang="en-US" dirty="0"/>
            </a:br>
            <a:endParaRPr lang="en-US" dirty="0"/>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78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5520" y="4050983"/>
            <a:ext cx="6875145" cy="113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8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4361" y="5699760"/>
            <a:ext cx="5791200" cy="903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431059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Promise chaining</a:t>
            </a:r>
          </a:p>
          <a:p>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1128514"/>
          </a:xfrm>
        </p:spPr>
        <p:txBody>
          <a:bodyPr/>
          <a:lstStyle/>
          <a:p>
            <a:pPr fontAlgn="base"/>
            <a:r>
              <a:rPr lang="en-US" dirty="0"/>
              <a:t>Using the same system, let's finish our project:👇</a:t>
            </a:r>
          </a:p>
          <a:p>
            <a:pPr marL="0" indent="0">
              <a:buNone/>
            </a:pPr>
            <a:r>
              <a:rPr lang="en-US" dirty="0"/>
              <a:t/>
            </a:r>
            <a:br>
              <a:rPr lang="en-US" dirty="0"/>
            </a:br>
            <a:endParaRPr lang="en-US" dirty="0"/>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89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3520" y="1768813"/>
            <a:ext cx="8717280" cy="439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284284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Error handling</a:t>
            </a:r>
          </a:p>
          <a:p>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1128514"/>
          </a:xfrm>
        </p:spPr>
        <p:txBody>
          <a:bodyPr/>
          <a:lstStyle/>
          <a:p>
            <a:pPr fontAlgn="base"/>
            <a:r>
              <a:rPr lang="en-US" dirty="0"/>
              <a:t>We need a way to handle errors when something goes wrong. But first, we need to understand the promise cycle:</a:t>
            </a:r>
          </a:p>
          <a:p>
            <a:pPr marL="0" indent="0">
              <a:buNone/>
            </a:pPr>
            <a:endParaRPr lang="en-US" dirty="0"/>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0962" name="Picture 2" descr="Alt Tex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4039" y="1859279"/>
            <a:ext cx="8183245" cy="1813561"/>
          </a:xfrm>
          <a:prstGeom prst="rect">
            <a:avLst/>
          </a:prstGeom>
          <a:noFill/>
          <a:extLst>
            <a:ext uri="{909E8E84-426E-40DD-AFC4-6F175D3DCCD1}">
              <a14:hiddenFill xmlns:a14="http://schemas.microsoft.com/office/drawing/2010/main">
                <a:solidFill>
                  <a:srgbClr val="FFFFFF"/>
                </a:solidFill>
              </a14:hiddenFill>
            </a:ext>
          </a:extLst>
        </p:spPr>
      </p:pic>
      <p:pic>
        <p:nvPicPr>
          <p:cNvPr id="40964" name="Picture 4" descr="Alt Tex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6960" y="3992878"/>
            <a:ext cx="7299959" cy="22910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247797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Error handling</a:t>
            </a:r>
          </a:p>
          <a:p>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4514056"/>
          </a:xfrm>
        </p:spPr>
        <p:txBody>
          <a:bodyPr/>
          <a:lstStyle/>
          <a:p>
            <a:pPr fontAlgn="base"/>
            <a:r>
              <a:rPr lang="en-US" dirty="0"/>
              <a:t>To catch our errors, let's change our variable to false.</a:t>
            </a:r>
          </a:p>
          <a:p>
            <a:endParaRPr lang="en-US" dirty="0" smtClean="0"/>
          </a:p>
          <a:p>
            <a:endParaRPr lang="en-US" dirty="0"/>
          </a:p>
          <a:p>
            <a:pPr fontAlgn="base"/>
            <a:r>
              <a:rPr lang="en-US" dirty="0"/>
              <a:t>Which means our shop is closed. We're not selling ice cream to our customers anymore.</a:t>
            </a:r>
          </a:p>
          <a:p>
            <a:pPr fontAlgn="base"/>
            <a:r>
              <a:rPr lang="en-US" dirty="0"/>
              <a:t>To handle this, we use the .catch handler. Just like .then, it also returns a promise, but only when our original promise is rejected.</a:t>
            </a:r>
          </a:p>
          <a:p>
            <a:pPr fontAlgn="base"/>
            <a:r>
              <a:rPr lang="en-US" dirty="0"/>
              <a:t>A small reminder here:</a:t>
            </a:r>
          </a:p>
          <a:p>
            <a:pPr lvl="1" fontAlgn="base"/>
            <a:r>
              <a:rPr lang="en-US" dirty="0"/>
              <a:t>.then works when a promise is resolved</a:t>
            </a:r>
          </a:p>
          <a:p>
            <a:pPr lvl="1" fontAlgn="base"/>
            <a:r>
              <a:rPr lang="en-US" dirty="0"/>
              <a:t>.catch works when a promise is rejected</a:t>
            </a:r>
          </a:p>
          <a:p>
            <a:pPr marL="0" indent="0">
              <a:buNone/>
            </a:pPr>
            <a:r>
              <a:rPr lang="en-US" dirty="0"/>
              <a:t/>
            </a:r>
            <a:br>
              <a:rPr lang="en-US" dirty="0"/>
            </a:br>
            <a:endParaRPr lang="en-US" dirty="0"/>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1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0328" y="1609724"/>
            <a:ext cx="3926578"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9892689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Error handling</a:t>
            </a:r>
          </a:p>
          <a:p>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2298065"/>
          </a:xfrm>
        </p:spPr>
        <p:txBody>
          <a:bodyPr/>
          <a:lstStyle/>
          <a:p>
            <a:pPr fontAlgn="base"/>
            <a:r>
              <a:rPr lang="en-US" dirty="0"/>
              <a:t>Just remember that there should be nothing between your previous </a:t>
            </a:r>
            <a:r>
              <a:rPr lang="en-US" dirty="0"/>
              <a:t>.then</a:t>
            </a:r>
            <a:r>
              <a:rPr lang="en-US" dirty="0"/>
              <a:t> handler and the </a:t>
            </a:r>
            <a:r>
              <a:rPr lang="en-US" dirty="0"/>
              <a:t>.catch</a:t>
            </a:r>
            <a:r>
              <a:rPr lang="en-US" dirty="0"/>
              <a:t> handler</a:t>
            </a:r>
            <a:r>
              <a:rPr lang="en-US" dirty="0" smtClean="0"/>
              <a:t>.</a:t>
            </a:r>
          </a:p>
          <a:p>
            <a:pPr fontAlgn="base"/>
            <a:endParaRPr lang="en-US" dirty="0"/>
          </a:p>
          <a:p>
            <a:pPr fontAlgn="base"/>
            <a:endParaRPr lang="en-US" dirty="0" smtClean="0"/>
          </a:p>
          <a:p>
            <a:pPr fontAlgn="base"/>
            <a:endParaRPr lang="en-US" dirty="0"/>
          </a:p>
          <a:p>
            <a:pPr fontAlgn="base"/>
            <a:r>
              <a:rPr lang="en-IN" dirty="0"/>
              <a:t>Here's the result</a:t>
            </a:r>
            <a:r>
              <a:rPr lang="en-IN" dirty="0" smtClean="0"/>
              <a:t>:</a:t>
            </a:r>
            <a:endParaRPr lang="en-IN" dirty="0"/>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3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7905" y="1828801"/>
            <a:ext cx="6488830" cy="929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4084" y="4029075"/>
            <a:ext cx="7549515"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266660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Error handling</a:t>
            </a:r>
          </a:p>
          <a:p>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4791055"/>
          </a:xfrm>
        </p:spPr>
        <p:txBody>
          <a:bodyPr/>
          <a:lstStyle/>
          <a:p>
            <a:pPr fontAlgn="base"/>
            <a:r>
              <a:rPr lang="en-US" dirty="0"/>
              <a:t>A couple things to note about this code:</a:t>
            </a:r>
          </a:p>
          <a:p>
            <a:pPr lvl="1" fontAlgn="base"/>
            <a:r>
              <a:rPr lang="en-US" dirty="0"/>
              <a:t>The 1st message is coming from the reject() part of our promise</a:t>
            </a:r>
          </a:p>
          <a:p>
            <a:pPr lvl="1" fontAlgn="base"/>
            <a:r>
              <a:rPr lang="en-US" dirty="0"/>
              <a:t>The 2nd message is coming from the .catch </a:t>
            </a:r>
            <a:r>
              <a:rPr lang="en-US" dirty="0" smtClean="0"/>
              <a:t>handler</a:t>
            </a:r>
          </a:p>
          <a:p>
            <a:pPr fontAlgn="base"/>
            <a:r>
              <a:rPr lang="en-US" b="1" dirty="0"/>
              <a:t>How to use the .finally() </a:t>
            </a:r>
            <a:r>
              <a:rPr lang="en-US" b="1" dirty="0" smtClean="0"/>
              <a:t>handler</a:t>
            </a:r>
          </a:p>
          <a:p>
            <a:pPr fontAlgn="base"/>
            <a:r>
              <a:rPr lang="en-US" dirty="0"/>
              <a:t>There's something called the finally handler which works regardless of whether our promise was resolved or rejected.</a:t>
            </a:r>
          </a:p>
          <a:p>
            <a:pPr fontAlgn="base"/>
            <a:r>
              <a:rPr lang="en-US" b="1" dirty="0"/>
              <a:t>For example:</a:t>
            </a:r>
            <a:r>
              <a:rPr lang="en-US" dirty="0"/>
              <a:t> whether we serve no customers or 100 customers, our shop will close at the end of the day</a:t>
            </a:r>
          </a:p>
          <a:p>
            <a:pPr fontAlgn="base"/>
            <a:r>
              <a:rPr lang="en-US" dirty="0"/>
              <a:t>If you're curious to test this, come at very bottom and write this code: 👇</a:t>
            </a:r>
          </a:p>
          <a:p>
            <a:pPr marL="0" indent="0">
              <a:buNone/>
            </a:pPr>
            <a:r>
              <a:rPr lang="en-US" dirty="0"/>
              <a:t/>
            </a:r>
            <a:br>
              <a:rPr lang="en-US" dirty="0"/>
            </a:br>
            <a:r>
              <a:rPr lang="en-US" dirty="0"/>
              <a:t/>
            </a:r>
            <a:br>
              <a:rPr lang="en-US" dirty="0"/>
            </a:br>
            <a:endParaRPr lang="en-US" b="1" dirty="0"/>
          </a:p>
          <a:p>
            <a:pPr marL="0" indent="0">
              <a:buNone/>
            </a:pPr>
            <a:endParaRPr lang="en-US" dirty="0"/>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40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0344" y="4617720"/>
            <a:ext cx="6017895"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264402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Promise chaining</a:t>
            </a:r>
          </a:p>
          <a:p>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1128514"/>
          </a:xfrm>
        </p:spPr>
        <p:txBody>
          <a:bodyPr/>
          <a:lstStyle/>
          <a:p>
            <a:pPr fontAlgn="base"/>
            <a:r>
              <a:rPr lang="en-IN" dirty="0"/>
              <a:t>The result</a:t>
            </a:r>
            <a:r>
              <a:rPr lang="en-IN" dirty="0" smtClean="0"/>
              <a:t>:</a:t>
            </a:r>
            <a:endParaRPr lang="en-IN" dirty="0"/>
          </a:p>
          <a:p>
            <a:pPr marL="0" indent="0">
              <a:buNone/>
            </a:pPr>
            <a:r>
              <a:rPr lang="en-IN" dirty="0"/>
              <a:t/>
            </a:r>
            <a:br>
              <a:rPr lang="en-IN" dirty="0"/>
            </a:br>
            <a:endParaRPr lang="en-US" dirty="0"/>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9937"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5440" y="2462213"/>
            <a:ext cx="6785610" cy="193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247797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How Does </a:t>
            </a:r>
            <a:r>
              <a:rPr lang="en-US" dirty="0" err="1"/>
              <a:t>Async</a:t>
            </a:r>
            <a:r>
              <a:rPr lang="en-US" dirty="0"/>
              <a:t> / Await Work in JavaScript?</a:t>
            </a:r>
          </a:p>
          <a:p>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82880" y="1056399"/>
            <a:ext cx="11450409" cy="3744615"/>
          </a:xfrm>
        </p:spPr>
        <p:txBody>
          <a:bodyPr/>
          <a:lstStyle/>
          <a:p>
            <a:pPr fontAlgn="base"/>
            <a:r>
              <a:rPr lang="en-US" dirty="0"/>
              <a:t>Before </a:t>
            </a:r>
            <a:r>
              <a:rPr lang="en-US" dirty="0" err="1"/>
              <a:t>async</a:t>
            </a:r>
            <a:r>
              <a:rPr lang="en-US" dirty="0"/>
              <a:t>/await, to make a promise we wrote this</a:t>
            </a:r>
            <a:r>
              <a:rPr lang="en-US" dirty="0" smtClean="0"/>
              <a:t>:</a:t>
            </a:r>
          </a:p>
          <a:p>
            <a:pPr fontAlgn="base"/>
            <a:endParaRPr lang="en-US" dirty="0"/>
          </a:p>
          <a:p>
            <a:pPr fontAlgn="base"/>
            <a:endParaRPr lang="en-US" dirty="0" smtClean="0"/>
          </a:p>
          <a:p>
            <a:pPr fontAlgn="base"/>
            <a:endParaRPr lang="en-US" dirty="0"/>
          </a:p>
          <a:p>
            <a:pPr fontAlgn="base"/>
            <a:endParaRPr lang="en-US" dirty="0" smtClean="0"/>
          </a:p>
          <a:p>
            <a:pPr fontAlgn="base"/>
            <a:r>
              <a:rPr lang="en-US" dirty="0"/>
              <a:t>Now using </a:t>
            </a:r>
            <a:r>
              <a:rPr lang="en-US" dirty="0" err="1"/>
              <a:t>async</a:t>
            </a:r>
            <a:r>
              <a:rPr lang="en-US" dirty="0"/>
              <a:t>/await, we write one like this:</a:t>
            </a:r>
          </a:p>
          <a:p>
            <a:pPr marL="0" indent="0">
              <a:buNone/>
            </a:pPr>
            <a:endParaRPr lang="en-US" dirty="0"/>
          </a:p>
          <a:p>
            <a:pPr marL="0" indent="0">
              <a:buNone/>
            </a:pPr>
            <a:endParaRPr lang="en-US" dirty="0"/>
          </a:p>
        </p:txBody>
      </p:sp>
      <p:sp>
        <p:nvSpPr>
          <p:cNvPr id="2" name="AutoShape 2" descr="https://infyspringboard.onwingspan.com/common-content-store/Shared/Shared/Public/lex_auth_012563459509018624305_shared/web-hosted/assets/8.Construct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50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7863" y="1969770"/>
            <a:ext cx="6754177"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0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5504" y="4336733"/>
            <a:ext cx="6276975" cy="129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476024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US"/>
          </a:p>
        </p:txBody>
      </p:sp>
      <p:sp>
        <p:nvSpPr>
          <p:cNvPr id="3" name="Text Placeholder 2"/>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3921696734"/>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6748873|-8341960|-3468525|-2064878|-9539986|Markido&quot;,&quot;Id&quot;:&quot;5912d2b23245341368fd0de0&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heme/theme1.xml><?xml version="1.0" encoding="utf-8"?>
<a:theme xmlns:a="http://schemas.openxmlformats.org/drawingml/2006/main" name="Infogain Theme">
  <a:themeElements>
    <a:clrScheme name="Infogain">
      <a:dk1>
        <a:sysClr val="windowText" lastClr="000000"/>
      </a:dk1>
      <a:lt1>
        <a:sysClr val="window" lastClr="FFFFFF"/>
      </a:lt1>
      <a:dk2>
        <a:srgbClr val="4CA88A"/>
      </a:dk2>
      <a:lt2>
        <a:srgbClr val="00A9DA"/>
      </a:lt2>
      <a:accent1>
        <a:srgbClr val="E7513C"/>
      </a:accent1>
      <a:accent2>
        <a:srgbClr val="313437"/>
      </a:accent2>
      <a:accent3>
        <a:srgbClr val="5B719A"/>
      </a:accent3>
      <a:accent4>
        <a:srgbClr val="006BB1"/>
      </a:accent4>
      <a:accent5>
        <a:srgbClr val="174276"/>
      </a:accent5>
      <a:accent6>
        <a:srgbClr val="B0B2B5"/>
      </a:accent6>
      <a:hlink>
        <a:srgbClr val="0000FF"/>
      </a:hlink>
      <a:folHlink>
        <a:srgbClr val="800080"/>
      </a:folHlink>
    </a:clrScheme>
    <a:fontScheme name="Custom 11">
      <a:majorFont>
        <a:latin typeface="Avenir Roman"/>
        <a:ea typeface=""/>
        <a:cs typeface=""/>
      </a:majorFont>
      <a:minorFont>
        <a:latin typeface="Avenir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18301F54976BD40B3F8637F54C095B9" ma:contentTypeVersion="9" ma:contentTypeDescription="Create a new document." ma:contentTypeScope="" ma:versionID="7981c13eefe6da806c4b4d04fadbaee2">
  <xsd:schema xmlns:xsd="http://www.w3.org/2001/XMLSchema" xmlns:xs="http://www.w3.org/2001/XMLSchema" xmlns:p="http://schemas.microsoft.com/office/2006/metadata/properties" xmlns:ns2="863d8192-19c9-48ba-956d-c31701e6c360" targetNamespace="http://schemas.microsoft.com/office/2006/metadata/properties" ma:root="true" ma:fieldsID="47f719c559862e1b2a804745738a065f" ns2:_="">
    <xsd:import namespace="863d8192-19c9-48ba-956d-c31701e6c36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3d8192-19c9-48ba-956d-c31701e6c3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1A8D693-52B0-4EC7-BA43-D2D78CB8FC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3d8192-19c9-48ba-956d-c31701e6c3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D26E52B-BE85-4589-9F0E-59F6B75FADEA}">
  <ds:schemaRefs>
    <ds:schemaRef ds:uri="http://schemas.microsoft.com/sharepoint/v3/contenttype/forms"/>
  </ds:schemaRefs>
</ds:datastoreItem>
</file>

<file path=customXml/itemProps3.xml><?xml version="1.0" encoding="utf-8"?>
<ds:datastoreItem xmlns:ds="http://schemas.openxmlformats.org/officeDocument/2006/customXml" ds:itemID="{B878CF0A-9D77-4FD2-A2D8-5E627661DB47}">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863d8192-19c9-48ba-956d-c31701e6c360"/>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52670</TotalTime>
  <Words>1438</Words>
  <Application>Microsoft Office PowerPoint</Application>
  <PresentationFormat>Custom</PresentationFormat>
  <Paragraphs>366</Paragraphs>
  <Slides>51</Slides>
  <Notes>1</Notes>
  <HiddenSlides>0</HiddenSlides>
  <MMClips>0</MMClips>
  <ScaleCrop>false</ScaleCrop>
  <HeadingPairs>
    <vt:vector size="4" baseType="variant">
      <vt:variant>
        <vt:lpstr>Theme</vt:lpstr>
      </vt:variant>
      <vt:variant>
        <vt:i4>1</vt:i4>
      </vt:variant>
      <vt:variant>
        <vt:lpstr>Slide Titles</vt:lpstr>
      </vt:variant>
      <vt:variant>
        <vt:i4>51</vt:i4>
      </vt:variant>
    </vt:vector>
  </HeadingPairs>
  <TitlesOfParts>
    <vt:vector size="52" baseType="lpstr">
      <vt:lpstr>Infogain Theme</vt:lpstr>
      <vt:lpstr>TypeScript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SOLUTIONS</dc:title>
  <dc:creator>Sushma V</dc:creator>
  <cp:lastModifiedBy>Hp</cp:lastModifiedBy>
  <cp:revision>985</cp:revision>
  <dcterms:created xsi:type="dcterms:W3CDTF">2016-11-03T07:42:20Z</dcterms:created>
  <dcterms:modified xsi:type="dcterms:W3CDTF">2026-01-13T08:22:16Z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0x010100C18301F54976BD40B3F8637F54C095B9</vt:lpwstr>
  </property>
</Properties>
</file>